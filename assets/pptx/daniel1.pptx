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49" r:id="rId1"/>
  </p:sldMasterIdLst>
  <p:sldIdLst>
    <p:sldId id="256" r:id="rId2"/>
    <p:sldId id="284" r:id="rId3"/>
    <p:sldId id="283" r:id="rId4"/>
    <p:sldId id="282" r:id="rId5"/>
    <p:sldId id="281" r:id="rId6"/>
    <p:sldId id="273" r:id="rId7"/>
    <p:sldId id="277" r:id="rId8"/>
    <p:sldId id="278" r:id="rId9"/>
    <p:sldId id="274" r:id="rId10"/>
    <p:sldId id="275" r:id="rId11"/>
    <p:sldId id="257" r:id="rId12"/>
    <p:sldId id="276" r:id="rId13"/>
    <p:sldId id="258" r:id="rId14"/>
    <p:sldId id="264" r:id="rId15"/>
    <p:sldId id="262" r:id="rId16"/>
    <p:sldId id="263" r:id="rId17"/>
    <p:sldId id="265" r:id="rId18"/>
    <p:sldId id="266" r:id="rId19"/>
    <p:sldId id="267" r:id="rId20"/>
    <p:sldId id="259" r:id="rId21"/>
    <p:sldId id="268" r:id="rId22"/>
    <p:sldId id="260" r:id="rId23"/>
    <p:sldId id="261" r:id="rId24"/>
    <p:sldId id="269" r:id="rId25"/>
    <p:sldId id="270" r:id="rId26"/>
    <p:sldId id="271" r:id="rId27"/>
    <p:sldId id="272" r:id="rId28"/>
    <p:sldId id="280" r:id="rId29"/>
    <p:sldId id="279" r:id="rId30"/>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9"/>
    <p:restoredTop sz="94280"/>
  </p:normalViewPr>
  <p:slideViewPr>
    <p:cSldViewPr>
      <p:cViewPr varScale="1">
        <p:scale>
          <a:sx n="75" d="100"/>
          <a:sy n="75" d="100"/>
        </p:scale>
        <p:origin x="2040"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1026">
            <a:extLst>
              <a:ext uri="{FF2B5EF4-FFF2-40B4-BE49-F238E27FC236}">
                <a16:creationId xmlns:a16="http://schemas.microsoft.com/office/drawing/2014/main" id="{DD3238D3-293A-5300-D0AA-14E8831A2749}"/>
              </a:ext>
            </a:extLst>
          </p:cNvPr>
          <p:cNvGrpSpPr>
            <a:grpSpLocks/>
          </p:cNvGrpSpPr>
          <p:nvPr/>
        </p:nvGrpSpPr>
        <p:grpSpPr bwMode="auto">
          <a:xfrm>
            <a:off x="0" y="0"/>
            <a:ext cx="8478838" cy="6173788"/>
            <a:chOff x="0" y="0"/>
            <a:chExt cx="5341" cy="3889"/>
          </a:xfrm>
        </p:grpSpPr>
        <p:sp>
          <p:nvSpPr>
            <p:cNvPr id="3" name="Freeform 1027">
              <a:extLst>
                <a:ext uri="{FF2B5EF4-FFF2-40B4-BE49-F238E27FC236}">
                  <a16:creationId xmlns:a16="http://schemas.microsoft.com/office/drawing/2014/main" id="{B6229650-E370-F7DF-104C-A952FAEEC913}"/>
                </a:ext>
              </a:extLst>
            </p:cNvPr>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sp>
          <p:nvSpPr>
            <p:cNvPr id="4" name="Freeform 1028">
              <a:extLst>
                <a:ext uri="{FF2B5EF4-FFF2-40B4-BE49-F238E27FC236}">
                  <a16:creationId xmlns:a16="http://schemas.microsoft.com/office/drawing/2014/main" id="{B669C85C-ED20-248E-0396-CC4E52FC6185}"/>
                </a:ext>
              </a:extLst>
            </p:cNvPr>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sp>
          <p:nvSpPr>
            <p:cNvPr id="5" name="Freeform 1029">
              <a:extLst>
                <a:ext uri="{FF2B5EF4-FFF2-40B4-BE49-F238E27FC236}">
                  <a16:creationId xmlns:a16="http://schemas.microsoft.com/office/drawing/2014/main" id="{9FCCED70-FA8C-AA88-C106-6D3165C677B4}"/>
                </a:ext>
              </a:extLst>
            </p:cNvPr>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sp>
          <p:nvSpPr>
            <p:cNvPr id="6" name="Freeform 1030">
              <a:extLst>
                <a:ext uri="{FF2B5EF4-FFF2-40B4-BE49-F238E27FC236}">
                  <a16:creationId xmlns:a16="http://schemas.microsoft.com/office/drawing/2014/main" id="{2FDE7387-A92C-3C66-3B27-7305BAA25191}"/>
                </a:ext>
              </a:extLst>
            </p:cNvPr>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grpSp>
      <p:sp>
        <p:nvSpPr>
          <p:cNvPr id="4103" name="Rectangle 1031"/>
          <p:cNvSpPr>
            <a:spLocks noGrp="1" noChangeArrowheads="1"/>
          </p:cNvSpPr>
          <p:nvPr>
            <p:ph type="ctrTitle" sz="quarter"/>
          </p:nvPr>
        </p:nvSpPr>
        <p:spPr>
          <a:xfrm>
            <a:off x="685800" y="1143000"/>
            <a:ext cx="7772400" cy="1143000"/>
          </a:xfrm>
        </p:spPr>
        <p:txBody>
          <a:bodyPr/>
          <a:lstStyle>
            <a:lvl1pPr>
              <a:defRPr/>
            </a:lvl1pPr>
          </a:lstStyle>
          <a:p>
            <a:pPr lvl="0"/>
            <a:r>
              <a:rPr lang="en-US" noProof="0"/>
              <a:t>Click to edit Master title style</a:t>
            </a:r>
          </a:p>
        </p:txBody>
      </p:sp>
      <p:sp>
        <p:nvSpPr>
          <p:cNvPr id="4104" name="Rectangle 1032"/>
          <p:cNvSpPr>
            <a:spLocks noGrp="1" noChangeArrowheads="1"/>
          </p:cNvSpPr>
          <p:nvPr>
            <p:ph type="subTitle" sz="quarter" idx="1"/>
          </p:nvPr>
        </p:nvSpPr>
        <p:spPr>
          <a:xfrm>
            <a:off x="1371600" y="2819400"/>
            <a:ext cx="6400800" cy="1752600"/>
          </a:xfrm>
          <a:extLst>
            <a:ext uri="{91240B29-F687-4f45-9708-019B960494DF}"/>
            <a:ext uri="{AF507438-7753-43e0-B8FC-AC1667EBCBE1}"/>
          </a:extLst>
        </p:spPr>
        <p:txBody>
          <a:bodyPr lIns="92075" tIns="46038" rIns="92075" bIns="46038"/>
          <a:lstStyle>
            <a:lvl1pPr marL="0" indent="0" algn="ctr">
              <a:buFont typeface="Wingdings" charset="0"/>
              <a:buNone/>
              <a:defRPr/>
            </a:lvl1pPr>
          </a:lstStyle>
          <a:p>
            <a:pPr lvl="0"/>
            <a:r>
              <a:rPr lang="en-US" noProof="0"/>
              <a:t>Click to edit Master subtitle style</a:t>
            </a:r>
          </a:p>
        </p:txBody>
      </p:sp>
      <p:sp>
        <p:nvSpPr>
          <p:cNvPr id="7" name="Rectangle 1033">
            <a:extLst>
              <a:ext uri="{FF2B5EF4-FFF2-40B4-BE49-F238E27FC236}">
                <a16:creationId xmlns:a16="http://schemas.microsoft.com/office/drawing/2014/main" id="{D7574CCF-3692-C232-14EE-C73B77FADC55}"/>
              </a:ext>
            </a:extLst>
          </p:cNvPr>
          <p:cNvSpPr>
            <a:spLocks noGrp="1" noChangeArrowheads="1"/>
          </p:cNvSpPr>
          <p:nvPr>
            <p:ph type="dt" sz="quarter" idx="10"/>
          </p:nvPr>
        </p:nvSpPr>
        <p:spPr/>
        <p:txBody>
          <a:bodyPr/>
          <a:lstStyle>
            <a:lvl1pPr>
              <a:defRPr>
                <a:solidFill>
                  <a:srgbClr val="FFFFFF"/>
                </a:solidFill>
              </a:defRPr>
            </a:lvl1pPr>
          </a:lstStyle>
          <a:p>
            <a:pPr>
              <a:defRPr/>
            </a:pPr>
            <a:endParaRPr lang="en-US"/>
          </a:p>
        </p:txBody>
      </p:sp>
      <p:sp>
        <p:nvSpPr>
          <p:cNvPr id="8" name="Rectangle 1034">
            <a:extLst>
              <a:ext uri="{FF2B5EF4-FFF2-40B4-BE49-F238E27FC236}">
                <a16:creationId xmlns:a16="http://schemas.microsoft.com/office/drawing/2014/main" id="{9BA21EF4-B442-BA13-C348-38F48BF3DA10}"/>
              </a:ext>
            </a:extLst>
          </p:cNvPr>
          <p:cNvSpPr>
            <a:spLocks noGrp="1" noChangeArrowheads="1"/>
          </p:cNvSpPr>
          <p:nvPr>
            <p:ph type="ftr" sz="quarter" idx="11"/>
          </p:nvPr>
        </p:nvSpPr>
        <p:spPr/>
        <p:txBody>
          <a:bodyPr/>
          <a:lstStyle>
            <a:lvl1pPr>
              <a:defRPr>
                <a:solidFill>
                  <a:srgbClr val="FFFFFF"/>
                </a:solidFill>
              </a:defRPr>
            </a:lvl1pPr>
          </a:lstStyle>
          <a:p>
            <a:pPr>
              <a:defRPr/>
            </a:pPr>
            <a:endParaRPr lang="en-US"/>
          </a:p>
        </p:txBody>
      </p:sp>
      <p:sp>
        <p:nvSpPr>
          <p:cNvPr id="9" name="Rectangle 1035">
            <a:extLst>
              <a:ext uri="{FF2B5EF4-FFF2-40B4-BE49-F238E27FC236}">
                <a16:creationId xmlns:a16="http://schemas.microsoft.com/office/drawing/2014/main" id="{9751C552-24B2-362E-B2B3-27EAB8917DCD}"/>
              </a:ext>
            </a:extLst>
          </p:cNvPr>
          <p:cNvSpPr>
            <a:spLocks noGrp="1" noChangeArrowheads="1"/>
          </p:cNvSpPr>
          <p:nvPr>
            <p:ph type="sldNum" sz="quarter" idx="12"/>
          </p:nvPr>
        </p:nvSpPr>
        <p:spPr/>
        <p:txBody>
          <a:bodyPr/>
          <a:lstStyle>
            <a:lvl1pPr>
              <a:defRPr>
                <a:solidFill>
                  <a:srgbClr val="FFFFFF"/>
                </a:solidFill>
              </a:defRPr>
            </a:lvl1pPr>
          </a:lstStyle>
          <a:p>
            <a:fld id="{E31C63FC-E390-D44D-AAFC-87CBC68BFB52}" type="slidenum">
              <a:rPr lang="en-US" altLang="en-US"/>
              <a:pPr/>
              <a:t>‹#›</a:t>
            </a:fld>
            <a:endParaRPr lang="en-US" altLang="en-US"/>
          </a:p>
        </p:txBody>
      </p:sp>
    </p:spTree>
    <p:extLst>
      <p:ext uri="{BB962C8B-B14F-4D97-AF65-F5344CB8AC3E}">
        <p14:creationId xmlns:p14="http://schemas.microsoft.com/office/powerpoint/2010/main" val="881055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C6B6C5A3-48F3-25B8-EE29-696AFFD1F31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C291E729-AFF8-43F0-4CBF-9E30A85F819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D9EC782B-C5A5-6820-AF6A-A24BA8FA8756}"/>
              </a:ext>
            </a:extLst>
          </p:cNvPr>
          <p:cNvSpPr>
            <a:spLocks noGrp="1" noChangeArrowheads="1"/>
          </p:cNvSpPr>
          <p:nvPr>
            <p:ph type="sldNum" sz="quarter" idx="12"/>
          </p:nvPr>
        </p:nvSpPr>
        <p:spPr>
          <a:ln/>
        </p:spPr>
        <p:txBody>
          <a:bodyPr/>
          <a:lstStyle>
            <a:lvl1pPr>
              <a:defRPr/>
            </a:lvl1pPr>
          </a:lstStyle>
          <a:p>
            <a:fld id="{DD729BDC-CA0C-CB4A-AD6B-0D37AB2EF299}" type="slidenum">
              <a:rPr lang="en-US" altLang="en-US"/>
              <a:pPr/>
              <a:t>‹#›</a:t>
            </a:fld>
            <a:endParaRPr lang="en-US" altLang="en-US"/>
          </a:p>
        </p:txBody>
      </p:sp>
    </p:spTree>
    <p:extLst>
      <p:ext uri="{BB962C8B-B14F-4D97-AF65-F5344CB8AC3E}">
        <p14:creationId xmlns:p14="http://schemas.microsoft.com/office/powerpoint/2010/main" val="301285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9D038C12-C506-56D5-5271-267065DEDE6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1ABD2514-3D76-88B7-E212-A8286A5711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A0F74C02-BD86-7D9C-A94B-3E31EA145F93}"/>
              </a:ext>
            </a:extLst>
          </p:cNvPr>
          <p:cNvSpPr>
            <a:spLocks noGrp="1" noChangeArrowheads="1"/>
          </p:cNvSpPr>
          <p:nvPr>
            <p:ph type="sldNum" sz="quarter" idx="12"/>
          </p:nvPr>
        </p:nvSpPr>
        <p:spPr>
          <a:ln/>
        </p:spPr>
        <p:txBody>
          <a:bodyPr/>
          <a:lstStyle>
            <a:lvl1pPr>
              <a:defRPr/>
            </a:lvl1pPr>
          </a:lstStyle>
          <a:p>
            <a:fld id="{79AA3CE4-658D-E149-9412-D8308A62135C}" type="slidenum">
              <a:rPr lang="en-US" altLang="en-US"/>
              <a:pPr/>
              <a:t>‹#›</a:t>
            </a:fld>
            <a:endParaRPr lang="en-US" altLang="en-US"/>
          </a:p>
        </p:txBody>
      </p:sp>
    </p:spTree>
    <p:extLst>
      <p:ext uri="{BB962C8B-B14F-4D97-AF65-F5344CB8AC3E}">
        <p14:creationId xmlns:p14="http://schemas.microsoft.com/office/powerpoint/2010/main" val="1419187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336A9AB2-857C-F8C3-C04C-7BEFEAEB343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8C7AFDE7-8CF9-9AE4-64B3-70EBA57553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id="{144523C9-0D23-E4F3-80F6-4A4AB9EBA9BE}"/>
              </a:ext>
            </a:extLst>
          </p:cNvPr>
          <p:cNvSpPr>
            <a:spLocks noGrp="1" noChangeArrowheads="1"/>
          </p:cNvSpPr>
          <p:nvPr>
            <p:ph type="sldNum" sz="quarter" idx="12"/>
          </p:nvPr>
        </p:nvSpPr>
        <p:spPr>
          <a:ln/>
        </p:spPr>
        <p:txBody>
          <a:bodyPr/>
          <a:lstStyle>
            <a:lvl1pPr>
              <a:defRPr/>
            </a:lvl1pPr>
          </a:lstStyle>
          <a:p>
            <a:fld id="{AF719B22-C494-4F49-AC4E-5277858A2165}" type="slidenum">
              <a:rPr lang="en-US" altLang="en-US"/>
              <a:pPr/>
              <a:t>‹#›</a:t>
            </a:fld>
            <a:endParaRPr lang="en-US" altLang="en-US"/>
          </a:p>
        </p:txBody>
      </p:sp>
    </p:spTree>
    <p:extLst>
      <p:ext uri="{BB962C8B-B14F-4D97-AF65-F5344CB8AC3E}">
        <p14:creationId xmlns:p14="http://schemas.microsoft.com/office/powerpoint/2010/main" val="3143998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5930604E-101B-C323-5891-1133C33177A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9">
            <a:extLst>
              <a:ext uri="{FF2B5EF4-FFF2-40B4-BE49-F238E27FC236}">
                <a16:creationId xmlns:a16="http://schemas.microsoft.com/office/drawing/2014/main" id="{7385F632-FCCF-2A72-1F59-FCE80E6A1C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0">
            <a:extLst>
              <a:ext uri="{FF2B5EF4-FFF2-40B4-BE49-F238E27FC236}">
                <a16:creationId xmlns:a16="http://schemas.microsoft.com/office/drawing/2014/main" id="{988C0509-F00E-C350-10A0-57E7C721F496}"/>
              </a:ext>
            </a:extLst>
          </p:cNvPr>
          <p:cNvSpPr>
            <a:spLocks noGrp="1" noChangeArrowheads="1"/>
          </p:cNvSpPr>
          <p:nvPr>
            <p:ph type="sldNum" sz="quarter" idx="12"/>
          </p:nvPr>
        </p:nvSpPr>
        <p:spPr>
          <a:ln/>
        </p:spPr>
        <p:txBody>
          <a:bodyPr/>
          <a:lstStyle>
            <a:lvl1pPr>
              <a:defRPr/>
            </a:lvl1pPr>
          </a:lstStyle>
          <a:p>
            <a:fld id="{021015BC-9EFF-6644-941A-B62D3FAA5AA9}" type="slidenum">
              <a:rPr lang="en-US" altLang="en-US"/>
              <a:pPr/>
              <a:t>‹#›</a:t>
            </a:fld>
            <a:endParaRPr lang="en-US" altLang="en-US"/>
          </a:p>
        </p:txBody>
      </p:sp>
    </p:spTree>
    <p:extLst>
      <p:ext uri="{BB962C8B-B14F-4D97-AF65-F5344CB8AC3E}">
        <p14:creationId xmlns:p14="http://schemas.microsoft.com/office/powerpoint/2010/main" val="9282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658709F0-62CE-26A2-FF20-C5A45A5B7C53}"/>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9">
            <a:extLst>
              <a:ext uri="{FF2B5EF4-FFF2-40B4-BE49-F238E27FC236}">
                <a16:creationId xmlns:a16="http://schemas.microsoft.com/office/drawing/2014/main" id="{00CBAB3C-70EB-AA37-7E53-3F4685DC0E9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769BDEFC-7C7A-1C75-5879-0042528D0689}"/>
              </a:ext>
            </a:extLst>
          </p:cNvPr>
          <p:cNvSpPr>
            <a:spLocks noGrp="1" noChangeArrowheads="1"/>
          </p:cNvSpPr>
          <p:nvPr>
            <p:ph type="sldNum" sz="quarter" idx="12"/>
          </p:nvPr>
        </p:nvSpPr>
        <p:spPr>
          <a:ln/>
        </p:spPr>
        <p:txBody>
          <a:bodyPr/>
          <a:lstStyle>
            <a:lvl1pPr>
              <a:defRPr/>
            </a:lvl1pPr>
          </a:lstStyle>
          <a:p>
            <a:fld id="{7C91818E-A47D-FA4B-B46C-221CA4E48530}" type="slidenum">
              <a:rPr lang="en-US" altLang="en-US"/>
              <a:pPr/>
              <a:t>‹#›</a:t>
            </a:fld>
            <a:endParaRPr lang="en-US" altLang="en-US"/>
          </a:p>
        </p:txBody>
      </p:sp>
    </p:spTree>
    <p:extLst>
      <p:ext uri="{BB962C8B-B14F-4D97-AF65-F5344CB8AC3E}">
        <p14:creationId xmlns:p14="http://schemas.microsoft.com/office/powerpoint/2010/main" val="739714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1C25083-9D67-81FA-F3E7-8D7A9C21362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9">
            <a:extLst>
              <a:ext uri="{FF2B5EF4-FFF2-40B4-BE49-F238E27FC236}">
                <a16:creationId xmlns:a16="http://schemas.microsoft.com/office/drawing/2014/main" id="{07B05D47-DA43-F709-A95A-30834C25DA8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0">
            <a:extLst>
              <a:ext uri="{FF2B5EF4-FFF2-40B4-BE49-F238E27FC236}">
                <a16:creationId xmlns:a16="http://schemas.microsoft.com/office/drawing/2014/main" id="{6BC809E7-9B74-0065-62EC-6539766C6EEB}"/>
              </a:ext>
            </a:extLst>
          </p:cNvPr>
          <p:cNvSpPr>
            <a:spLocks noGrp="1" noChangeArrowheads="1"/>
          </p:cNvSpPr>
          <p:nvPr>
            <p:ph type="sldNum" sz="quarter" idx="12"/>
          </p:nvPr>
        </p:nvSpPr>
        <p:spPr>
          <a:ln/>
        </p:spPr>
        <p:txBody>
          <a:bodyPr/>
          <a:lstStyle>
            <a:lvl1pPr>
              <a:defRPr/>
            </a:lvl1pPr>
          </a:lstStyle>
          <a:p>
            <a:fld id="{ADD90434-171F-974D-B22D-482E186DE0F7}" type="slidenum">
              <a:rPr lang="en-US" altLang="en-US"/>
              <a:pPr/>
              <a:t>‹#›</a:t>
            </a:fld>
            <a:endParaRPr lang="en-US" altLang="en-US"/>
          </a:p>
        </p:txBody>
      </p:sp>
    </p:spTree>
    <p:extLst>
      <p:ext uri="{BB962C8B-B14F-4D97-AF65-F5344CB8AC3E}">
        <p14:creationId xmlns:p14="http://schemas.microsoft.com/office/powerpoint/2010/main" val="550329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F6CBEC3F-A5FE-5616-E809-DE97B7129E7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81D877F8-E48B-1F53-0119-A1848C02BD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id="{1F666081-CA96-CA48-8486-3CFC858FAA68}"/>
              </a:ext>
            </a:extLst>
          </p:cNvPr>
          <p:cNvSpPr>
            <a:spLocks noGrp="1" noChangeArrowheads="1"/>
          </p:cNvSpPr>
          <p:nvPr>
            <p:ph type="sldNum" sz="quarter" idx="12"/>
          </p:nvPr>
        </p:nvSpPr>
        <p:spPr>
          <a:ln/>
        </p:spPr>
        <p:txBody>
          <a:bodyPr/>
          <a:lstStyle>
            <a:lvl1pPr>
              <a:defRPr/>
            </a:lvl1pPr>
          </a:lstStyle>
          <a:p>
            <a:fld id="{B16500CA-C0FB-3049-B2CD-898074266148}" type="slidenum">
              <a:rPr lang="en-US" altLang="en-US"/>
              <a:pPr/>
              <a:t>‹#›</a:t>
            </a:fld>
            <a:endParaRPr lang="en-US" altLang="en-US"/>
          </a:p>
        </p:txBody>
      </p:sp>
    </p:spTree>
    <p:extLst>
      <p:ext uri="{BB962C8B-B14F-4D97-AF65-F5344CB8AC3E}">
        <p14:creationId xmlns:p14="http://schemas.microsoft.com/office/powerpoint/2010/main" val="2887508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057085B0-E10E-A291-2E3C-B18065A742E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CE9B4386-2B05-A19A-D06C-121414D6F23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id="{61FDA354-D449-2276-4A9A-CED883905216}"/>
              </a:ext>
            </a:extLst>
          </p:cNvPr>
          <p:cNvSpPr>
            <a:spLocks noGrp="1" noChangeArrowheads="1"/>
          </p:cNvSpPr>
          <p:nvPr>
            <p:ph type="sldNum" sz="quarter" idx="12"/>
          </p:nvPr>
        </p:nvSpPr>
        <p:spPr>
          <a:ln/>
        </p:spPr>
        <p:txBody>
          <a:bodyPr/>
          <a:lstStyle>
            <a:lvl1pPr>
              <a:defRPr/>
            </a:lvl1pPr>
          </a:lstStyle>
          <a:p>
            <a:fld id="{0428F227-F867-1A4E-AECD-BB6B765F7308}" type="slidenum">
              <a:rPr lang="en-US" altLang="en-US"/>
              <a:pPr/>
              <a:t>‹#›</a:t>
            </a:fld>
            <a:endParaRPr lang="en-US" altLang="en-US"/>
          </a:p>
        </p:txBody>
      </p:sp>
    </p:spTree>
    <p:extLst>
      <p:ext uri="{BB962C8B-B14F-4D97-AF65-F5344CB8AC3E}">
        <p14:creationId xmlns:p14="http://schemas.microsoft.com/office/powerpoint/2010/main" val="19697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3660C1D4-2981-E971-9969-F7547665D73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4CE8D183-CD5E-7D1C-FE43-539AE777D76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650A0C98-1702-4522-5332-409A8B381277}"/>
              </a:ext>
            </a:extLst>
          </p:cNvPr>
          <p:cNvSpPr>
            <a:spLocks noGrp="1" noChangeArrowheads="1"/>
          </p:cNvSpPr>
          <p:nvPr>
            <p:ph type="sldNum" sz="quarter" idx="12"/>
          </p:nvPr>
        </p:nvSpPr>
        <p:spPr>
          <a:ln/>
        </p:spPr>
        <p:txBody>
          <a:bodyPr/>
          <a:lstStyle>
            <a:lvl1pPr>
              <a:defRPr/>
            </a:lvl1pPr>
          </a:lstStyle>
          <a:p>
            <a:fld id="{416EF529-33CB-B04E-8611-D9E85D92D9F3}" type="slidenum">
              <a:rPr lang="en-US" altLang="en-US"/>
              <a:pPr/>
              <a:t>‹#›</a:t>
            </a:fld>
            <a:endParaRPr lang="en-US" altLang="en-US"/>
          </a:p>
        </p:txBody>
      </p:sp>
    </p:spTree>
    <p:extLst>
      <p:ext uri="{BB962C8B-B14F-4D97-AF65-F5344CB8AC3E}">
        <p14:creationId xmlns:p14="http://schemas.microsoft.com/office/powerpoint/2010/main" val="3729169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CCE9D2D8-D635-CD6D-CD5F-7E777CEF57C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A4949E2D-7A13-DD24-33AA-8109D027041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71D16DE0-9065-D3EC-5866-BE92830C4FAF}"/>
              </a:ext>
            </a:extLst>
          </p:cNvPr>
          <p:cNvSpPr>
            <a:spLocks noGrp="1" noChangeArrowheads="1"/>
          </p:cNvSpPr>
          <p:nvPr>
            <p:ph type="sldNum" sz="quarter" idx="12"/>
          </p:nvPr>
        </p:nvSpPr>
        <p:spPr>
          <a:ln/>
        </p:spPr>
        <p:txBody>
          <a:bodyPr/>
          <a:lstStyle>
            <a:lvl1pPr>
              <a:defRPr/>
            </a:lvl1pPr>
          </a:lstStyle>
          <a:p>
            <a:fld id="{7029CCF2-38AB-BB4C-8B31-23DA0CC1A73F}" type="slidenum">
              <a:rPr lang="en-US" altLang="en-US"/>
              <a:pPr/>
              <a:t>‹#›</a:t>
            </a:fld>
            <a:endParaRPr lang="en-US" altLang="en-US"/>
          </a:p>
        </p:txBody>
      </p:sp>
    </p:spTree>
    <p:extLst>
      <p:ext uri="{BB962C8B-B14F-4D97-AF65-F5344CB8AC3E}">
        <p14:creationId xmlns:p14="http://schemas.microsoft.com/office/powerpoint/2010/main" val="3463283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DAE5FE8-A4E8-EDC7-AED1-45261B3545E1}"/>
              </a:ext>
            </a:extLst>
          </p:cNvPr>
          <p:cNvGrpSpPr>
            <a:grpSpLocks/>
          </p:cNvGrpSpPr>
          <p:nvPr/>
        </p:nvGrpSpPr>
        <p:grpSpPr bwMode="auto">
          <a:xfrm>
            <a:off x="0" y="0"/>
            <a:ext cx="8478838" cy="6173788"/>
            <a:chOff x="0" y="0"/>
            <a:chExt cx="5341" cy="3889"/>
          </a:xfrm>
        </p:grpSpPr>
        <p:sp>
          <p:nvSpPr>
            <p:cNvPr id="3075" name="Freeform 3">
              <a:extLst>
                <a:ext uri="{FF2B5EF4-FFF2-40B4-BE49-F238E27FC236}">
                  <a16:creationId xmlns:a16="http://schemas.microsoft.com/office/drawing/2014/main" id="{9DE54F8A-CBAA-2052-B8BE-CD6F354607EF}"/>
                </a:ext>
              </a:extLst>
            </p:cNvPr>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sp>
          <p:nvSpPr>
            <p:cNvPr id="3076" name="Freeform 4">
              <a:extLst>
                <a:ext uri="{FF2B5EF4-FFF2-40B4-BE49-F238E27FC236}">
                  <a16:creationId xmlns:a16="http://schemas.microsoft.com/office/drawing/2014/main" id="{F63F18FD-BA89-5C3E-7790-2850E9293BF2}"/>
                </a:ext>
              </a:extLst>
            </p:cNvPr>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sp>
          <p:nvSpPr>
            <p:cNvPr id="3077" name="Freeform 5">
              <a:extLst>
                <a:ext uri="{FF2B5EF4-FFF2-40B4-BE49-F238E27FC236}">
                  <a16:creationId xmlns:a16="http://schemas.microsoft.com/office/drawing/2014/main" id="{C8153468-0EF5-C029-7DF8-492922CB39BA}"/>
                </a:ext>
              </a:extLst>
            </p:cNvPr>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sp>
          <p:nvSpPr>
            <p:cNvPr id="3078" name="Freeform 6">
              <a:extLst>
                <a:ext uri="{FF2B5EF4-FFF2-40B4-BE49-F238E27FC236}">
                  <a16:creationId xmlns:a16="http://schemas.microsoft.com/office/drawing/2014/main" id="{92B98495-7ACD-00FF-CC14-FB4C72318E0E}"/>
                </a:ext>
              </a:extLst>
            </p:cNvPr>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w="9525">
              <a:noFill/>
              <a:round/>
              <a:headEnd type="none" w="sm" len="sm"/>
              <a:tailEnd type="none" w="sm" len="sm"/>
            </a:ln>
            <a:effectLst/>
          </p:spPr>
          <p:txBody>
            <a:bodyPr/>
            <a:lstStyle/>
            <a:p>
              <a:pPr>
                <a:defRPr/>
              </a:pPr>
              <a:endParaRPr lang="en-US"/>
            </a:p>
          </p:txBody>
        </p:sp>
      </p:grpSp>
      <p:sp>
        <p:nvSpPr>
          <p:cNvPr id="3079" name="Rectangle 7">
            <a:extLst>
              <a:ext uri="{FF2B5EF4-FFF2-40B4-BE49-F238E27FC236}">
                <a16:creationId xmlns:a16="http://schemas.microsoft.com/office/drawing/2014/main" id="{4284A751-9698-4CA6-B331-FBCAFAD87579}"/>
              </a:ext>
            </a:extLst>
          </p:cNvPr>
          <p:cNvSpPr>
            <a:spLocks noGrp="1" noChangeArrowheads="1"/>
          </p:cNvSpPr>
          <p:nvPr>
            <p:ph type="title"/>
          </p:nvPr>
        </p:nvSpPr>
        <p:spPr bwMode="auto">
          <a:xfrm>
            <a:off x="685800" y="228600"/>
            <a:ext cx="7772400" cy="1219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3080" name="Rectangle 8">
            <a:extLst>
              <a:ext uri="{FF2B5EF4-FFF2-40B4-BE49-F238E27FC236}">
                <a16:creationId xmlns:a16="http://schemas.microsoft.com/office/drawing/2014/main" id="{B2E73B16-679E-A8F1-E667-93C5EC4B7CED}"/>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spcBef>
                <a:spcPct val="50000"/>
              </a:spcBef>
              <a:defRPr sz="1400">
                <a:latin typeface="Times New Roman" charset="0"/>
                <a:ea typeface="ＭＳ Ｐゴシック" charset="0"/>
              </a:defRPr>
            </a:lvl1pPr>
          </a:lstStyle>
          <a:p>
            <a:pPr>
              <a:defRPr/>
            </a:pPr>
            <a:endParaRPr lang="en-US"/>
          </a:p>
        </p:txBody>
      </p:sp>
      <p:sp>
        <p:nvSpPr>
          <p:cNvPr id="3081" name="Rectangle 9">
            <a:extLst>
              <a:ext uri="{FF2B5EF4-FFF2-40B4-BE49-F238E27FC236}">
                <a16:creationId xmlns:a16="http://schemas.microsoft.com/office/drawing/2014/main" id="{A17770B7-7119-2461-940F-A911397D1BC1}"/>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ctr">
              <a:spcBef>
                <a:spcPct val="50000"/>
              </a:spcBef>
              <a:defRPr sz="1400">
                <a:latin typeface="Times New Roman" charset="0"/>
                <a:ea typeface="ＭＳ Ｐゴシック" charset="0"/>
              </a:defRPr>
            </a:lvl1pPr>
          </a:lstStyle>
          <a:p>
            <a:pPr>
              <a:defRPr/>
            </a:pPr>
            <a:endParaRPr lang="en-US"/>
          </a:p>
        </p:txBody>
      </p:sp>
      <p:sp>
        <p:nvSpPr>
          <p:cNvPr id="3082" name="Rectangle 10">
            <a:extLst>
              <a:ext uri="{FF2B5EF4-FFF2-40B4-BE49-F238E27FC236}">
                <a16:creationId xmlns:a16="http://schemas.microsoft.com/office/drawing/2014/main" id="{72B69164-8C92-2925-F38C-8E102524E1D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lvl1pPr algn="r">
              <a:spcBef>
                <a:spcPct val="50000"/>
              </a:spcBef>
              <a:defRPr sz="1400"/>
            </a:lvl1pPr>
          </a:lstStyle>
          <a:p>
            <a:fld id="{89293755-A266-4544-8EEC-A37A68D43701}" type="slidenum">
              <a:rPr lang="en-US" altLang="en-US"/>
              <a:pPr/>
              <a:t>‹#›</a:t>
            </a:fld>
            <a:endParaRPr lang="en-US" altLang="en-US"/>
          </a:p>
        </p:txBody>
      </p:sp>
      <p:sp>
        <p:nvSpPr>
          <p:cNvPr id="3083" name="Rectangle 11">
            <a:extLst>
              <a:ext uri="{FF2B5EF4-FFF2-40B4-BE49-F238E27FC236}">
                <a16:creationId xmlns:a16="http://schemas.microsoft.com/office/drawing/2014/main" id="{F9CC7A8E-C6B9-131E-F3E3-FE0D0950B06B}"/>
              </a:ext>
            </a:extLst>
          </p:cNvPr>
          <p:cNvSpPr>
            <a:spLocks noGrp="1" noChangeArrowheads="1"/>
          </p:cNvSpPr>
          <p:nvPr>
            <p:ph type="body" idx="1"/>
          </p:nvPr>
        </p:nvSpPr>
        <p:spPr bwMode="auto">
          <a:xfrm>
            <a:off x="685800" y="1641475"/>
            <a:ext cx="7772400" cy="4454525"/>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S PGothic" pitchFamily="34" charset="-128"/>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ea typeface="MS PGothic" pitchFamily="34" charset="-128"/>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ea typeface="MS PGothic" pitchFamily="34" charset="-128"/>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ea typeface="MS PGothic" pitchFamily="34" charset="-128"/>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ea typeface="MS PGothic" pitchFamily="34" charset="-128"/>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ea typeface="ＭＳ Ｐゴシック"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ea typeface="ＭＳ Ｐゴシック"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ea typeface="ＭＳ Ｐゴシック"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ea typeface="ＭＳ Ｐゴシック" charset="0"/>
        </a:defRPr>
      </a:lvl9pPr>
    </p:titleStyle>
    <p:bodyStyle>
      <a:lvl1pPr marL="342900" indent="-342900" algn="l" rtl="0" eaLnBrk="0" fontAlgn="base" hangingPunct="0">
        <a:spcBef>
          <a:spcPct val="20000"/>
        </a:spcBef>
        <a:spcAft>
          <a:spcPct val="0"/>
        </a:spcAft>
        <a:buClr>
          <a:schemeClr val="tx2"/>
        </a:buClr>
        <a:buSzPct val="75000"/>
        <a:buFont typeface="Wingdings" pitchFamily="2" charset="2"/>
        <a:buChar char="n"/>
        <a:defRPr sz="3200">
          <a:solidFill>
            <a:schemeClr val="tx1"/>
          </a:solidFill>
          <a:effectLst>
            <a:outerShdw blurRad="38100" dist="38100" dir="2700000" algn="tl">
              <a:srgbClr val="000000"/>
            </a:outerShdw>
          </a:effectLst>
          <a:latin typeface="+mn-lt"/>
          <a:ea typeface="MS PGothic" pitchFamily="34" charset="-128"/>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S PGothic" pitchFamily="34" charset="-128"/>
        </a:defRPr>
      </a:lvl2pPr>
      <a:lvl3pPr marL="1143000" indent="-228600" algn="l" rtl="0" eaLnBrk="0" fontAlgn="base" hangingPunct="0">
        <a:spcBef>
          <a:spcPct val="20000"/>
        </a:spcBef>
        <a:spcAft>
          <a:spcPct val="0"/>
        </a:spcAft>
        <a:buClr>
          <a:schemeClr val="tx1"/>
        </a:buClr>
        <a:buChar char="»"/>
        <a:defRPr sz="2400">
          <a:solidFill>
            <a:schemeClr val="tx1"/>
          </a:solidFill>
          <a:effectLst>
            <a:outerShdw blurRad="38100" dist="38100" dir="2700000" algn="tl">
              <a:srgbClr val="000000"/>
            </a:outerShdw>
          </a:effectLst>
          <a:latin typeface="+mn-lt"/>
          <a:ea typeface="MS PGothic" pitchFamily="34" charset="-128"/>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sz="2000">
          <a:solidFill>
            <a:schemeClr val="tx1"/>
          </a:solidFill>
          <a:effectLst>
            <a:outerShdw blurRad="38100" dist="38100" dir="2700000" algn="tl">
              <a:srgbClr val="000000"/>
            </a:outerShdw>
          </a:effectLst>
          <a:latin typeface="+mn-lt"/>
          <a:ea typeface="MS PGothic" pitchFamily="34" charset="-128"/>
        </a:defRPr>
      </a:lvl4pPr>
      <a:lvl5pPr marL="2057400" indent="-22860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ea typeface="MS PGothic" pitchFamily="34" charset="-128"/>
        </a:defRPr>
      </a:lvl5pPr>
      <a:lvl6pPr marL="25146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50F87515-B89E-A87A-48A9-32B801BE6C37}"/>
              </a:ext>
            </a:extLst>
          </p:cNvPr>
          <p:cNvSpPr>
            <a:spLocks noGrp="1" noChangeArrowheads="1"/>
          </p:cNvSpPr>
          <p:nvPr>
            <p:ph type="ctrTitle"/>
          </p:nvPr>
        </p:nvSpPr>
        <p:spPr>
          <a:xfrm>
            <a:off x="838200" y="4495800"/>
            <a:ext cx="7772400" cy="1143000"/>
          </a:xfrm>
        </p:spPr>
        <p:txBody>
          <a:bodyPr/>
          <a:lstStyle/>
          <a:p>
            <a:pPr eaLnBrk="1" hangingPunct="1">
              <a:defRPr/>
            </a:pPr>
            <a:r>
              <a:rPr lang="en-US" sz="5400"/>
              <a:t>Daniel 1</a:t>
            </a:r>
          </a:p>
        </p:txBody>
      </p:sp>
      <p:sp>
        <p:nvSpPr>
          <p:cNvPr id="2051" name="Rectangle 3">
            <a:extLst>
              <a:ext uri="{FF2B5EF4-FFF2-40B4-BE49-F238E27FC236}">
                <a16:creationId xmlns:a16="http://schemas.microsoft.com/office/drawing/2014/main" id="{6655450C-4AE7-E23C-4C2A-0ABD2EBBFCF1}"/>
              </a:ext>
            </a:extLst>
          </p:cNvPr>
          <p:cNvSpPr>
            <a:spLocks noGrp="1" noChangeArrowheads="1"/>
          </p:cNvSpPr>
          <p:nvPr>
            <p:ph type="subTitle" idx="1"/>
          </p:nvPr>
        </p:nvSpPr>
        <p:spPr>
          <a:xfrm>
            <a:off x="1447800" y="5334000"/>
            <a:ext cx="6400800" cy="838200"/>
          </a:xfrm>
          <a:extLst>
            <a:ext uri="{909E8E84-426E-40dd-AFC4-6F175D3DCCD1}"/>
            <a:ext uri="{91240B29-F687-4f45-9708-019B960494DF}"/>
            <a:ext uri="{AF507438-7753-43e0-B8FC-AC1667EBCBE1}"/>
            <a:ext uri="{FAA26D3D-D897-4be2-8F04-BA451C77F1D7}"/>
          </a:extLst>
        </p:spPr>
        <p:txBody>
          <a:bodyPr/>
          <a:lstStyle/>
          <a:p>
            <a:pPr eaLnBrk="1" hangingPunct="1">
              <a:buFont typeface="Wingdings" pitchFamily="2" charset="2"/>
              <a:buNone/>
              <a:defRPr/>
            </a:pPr>
            <a:r>
              <a:rPr lang="en-US" sz="4000"/>
              <a:t>The Captivity</a:t>
            </a:r>
          </a:p>
        </p:txBody>
      </p:sp>
      <p:pic>
        <p:nvPicPr>
          <p:cNvPr id="3076" name="Picture 4" descr="0601125">
            <a:extLst>
              <a:ext uri="{FF2B5EF4-FFF2-40B4-BE49-F238E27FC236}">
                <a16:creationId xmlns:a16="http://schemas.microsoft.com/office/drawing/2014/main" id="{B3B28772-4AA0-9725-68DE-F7B3A713E1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609600"/>
            <a:ext cx="495300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326D9-26C1-FBC9-A346-98619DC409BD}"/>
              </a:ext>
            </a:extLst>
          </p:cNvPr>
          <p:cNvSpPr>
            <a:spLocks noGrp="1"/>
          </p:cNvSpPr>
          <p:nvPr>
            <p:ph type="title"/>
          </p:nvPr>
        </p:nvSpPr>
        <p:spPr/>
        <p:txBody>
          <a:bodyPr/>
          <a:lstStyle/>
          <a:p>
            <a:pPr eaLnBrk="1" hangingPunct="1">
              <a:defRPr/>
            </a:pPr>
            <a:r>
              <a:rPr lang="en-US"/>
              <a:t>Why Study Daniel?</a:t>
            </a:r>
          </a:p>
        </p:txBody>
      </p:sp>
      <p:sp>
        <p:nvSpPr>
          <p:cNvPr id="3" name="Content Placeholder 2">
            <a:extLst>
              <a:ext uri="{FF2B5EF4-FFF2-40B4-BE49-F238E27FC236}">
                <a16:creationId xmlns:a16="http://schemas.microsoft.com/office/drawing/2014/main" id="{12548F79-26FF-6D41-3C2B-BAA9E5F88CA1}"/>
              </a:ext>
            </a:extLst>
          </p:cNvPr>
          <p:cNvSpPr>
            <a:spLocks noGrp="1"/>
          </p:cNvSpPr>
          <p:nvPr>
            <p:ph idx="1"/>
          </p:nvPr>
        </p:nvSpPr>
        <p:spPr/>
        <p:txBody>
          <a:bodyPr/>
          <a:lstStyle/>
          <a:p>
            <a:pPr marL="514350" indent="-514350" eaLnBrk="1" hangingPunct="1">
              <a:buFont typeface="Wingdings" pitchFamily="2" charset="2"/>
              <a:buAutoNum type="arabicPeriod"/>
              <a:defRPr/>
            </a:pPr>
            <a:r>
              <a:rPr lang="en-US" dirty="0"/>
              <a:t>Jesus studied it and foretold about the time that Daniel prophesied – the </a:t>
            </a:r>
            <a:r>
              <a:rPr lang="en-US" altLang="en-US" dirty="0"/>
              <a:t>“</a:t>
            </a:r>
            <a:r>
              <a:rPr lang="en-US" dirty="0"/>
              <a:t>abomination of desolation</a:t>
            </a:r>
            <a:r>
              <a:rPr lang="en-US" altLang="en-US" dirty="0"/>
              <a:t>”</a:t>
            </a:r>
            <a:r>
              <a:rPr lang="en-US" dirty="0"/>
              <a:t> – Mark 13:14 and Matthew 24:15</a:t>
            </a:r>
          </a:p>
          <a:p>
            <a:pPr marL="514350" indent="-514350" eaLnBrk="1" hangingPunct="1">
              <a:buFont typeface="Wingdings" pitchFamily="2" charset="2"/>
              <a:buNone/>
              <a:defRPr/>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14E63-B5CE-0538-784E-CB8AA18721B5}"/>
              </a:ext>
            </a:extLst>
          </p:cNvPr>
          <p:cNvSpPr>
            <a:spLocks noGrp="1"/>
          </p:cNvSpPr>
          <p:nvPr>
            <p:ph type="title"/>
          </p:nvPr>
        </p:nvSpPr>
        <p:spPr>
          <a:xfrm>
            <a:off x="685800" y="228600"/>
            <a:ext cx="7772400" cy="762000"/>
          </a:xfrm>
        </p:spPr>
        <p:txBody>
          <a:bodyPr/>
          <a:lstStyle/>
          <a:p>
            <a:pPr eaLnBrk="1" hangingPunct="1">
              <a:defRPr/>
            </a:pPr>
            <a:r>
              <a:rPr lang="en-US" dirty="0"/>
              <a:t>Why Study Daniel and Rev?</a:t>
            </a:r>
          </a:p>
        </p:txBody>
      </p:sp>
      <p:sp>
        <p:nvSpPr>
          <p:cNvPr id="3" name="Content Placeholder 2">
            <a:extLst>
              <a:ext uri="{FF2B5EF4-FFF2-40B4-BE49-F238E27FC236}">
                <a16:creationId xmlns:a16="http://schemas.microsoft.com/office/drawing/2014/main" id="{8693AA65-A43B-3655-B4CD-A48420E4154F}"/>
              </a:ext>
            </a:extLst>
          </p:cNvPr>
          <p:cNvSpPr>
            <a:spLocks noGrp="1"/>
          </p:cNvSpPr>
          <p:nvPr>
            <p:ph idx="1"/>
          </p:nvPr>
        </p:nvSpPr>
        <p:spPr>
          <a:xfrm>
            <a:off x="685800" y="1219200"/>
            <a:ext cx="7772400" cy="4454525"/>
          </a:xfrm>
        </p:spPr>
        <p:txBody>
          <a:bodyPr/>
          <a:lstStyle/>
          <a:p>
            <a:pPr marL="0" indent="0" eaLnBrk="1" hangingPunct="1">
              <a:buFont typeface="Wingdings" pitchFamily="2" charset="2"/>
              <a:buNone/>
              <a:defRPr/>
            </a:pPr>
            <a:r>
              <a:rPr lang="en-US" dirty="0"/>
              <a:t>2. Daniel foretold events that would happen up until the end of the world</a:t>
            </a:r>
          </a:p>
        </p:txBody>
      </p:sp>
      <p:pic>
        <p:nvPicPr>
          <p:cNvPr id="5124" name="Picture 3" descr="antichrist-obama.jpg">
            <a:extLst>
              <a:ext uri="{FF2B5EF4-FFF2-40B4-BE49-F238E27FC236}">
                <a16:creationId xmlns:a16="http://schemas.microsoft.com/office/drawing/2014/main" id="{B6B2EE77-91A7-502F-6E39-7854A999AF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86400" y="3276600"/>
            <a:ext cx="2878138"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4" descr="antichrist2.jpg">
            <a:extLst>
              <a:ext uri="{FF2B5EF4-FFF2-40B4-BE49-F238E27FC236}">
                <a16:creationId xmlns:a16="http://schemas.microsoft.com/office/drawing/2014/main" id="{7345737C-DD8D-6D77-C110-983137533D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2794000"/>
            <a:ext cx="2606675"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0FE6D-2ADA-4ABB-68F2-00BDBE4E464D}"/>
              </a:ext>
            </a:extLst>
          </p:cNvPr>
          <p:cNvSpPr>
            <a:spLocks noGrp="1"/>
          </p:cNvSpPr>
          <p:nvPr>
            <p:ph type="title"/>
          </p:nvPr>
        </p:nvSpPr>
        <p:spPr/>
        <p:txBody>
          <a:bodyPr/>
          <a:lstStyle/>
          <a:p>
            <a:pPr eaLnBrk="1" hangingPunct="1">
              <a:defRPr/>
            </a:pPr>
            <a:r>
              <a:rPr lang="en-US" dirty="0"/>
              <a:t>Why Study Daniel and Rev?</a:t>
            </a:r>
          </a:p>
        </p:txBody>
      </p:sp>
      <p:sp>
        <p:nvSpPr>
          <p:cNvPr id="3" name="Content Placeholder 2">
            <a:extLst>
              <a:ext uri="{FF2B5EF4-FFF2-40B4-BE49-F238E27FC236}">
                <a16:creationId xmlns:a16="http://schemas.microsoft.com/office/drawing/2014/main" id="{3D5A5E38-49D7-E724-5592-F5ACB7948F8B}"/>
              </a:ext>
            </a:extLst>
          </p:cNvPr>
          <p:cNvSpPr>
            <a:spLocks noGrp="1"/>
          </p:cNvSpPr>
          <p:nvPr>
            <p:ph idx="1"/>
          </p:nvPr>
        </p:nvSpPr>
        <p:spPr/>
        <p:txBody>
          <a:bodyPr/>
          <a:lstStyle/>
          <a:p>
            <a:pPr marL="0" indent="0" eaLnBrk="1" hangingPunct="1">
              <a:buFont typeface="Wingdings" pitchFamily="2" charset="2"/>
              <a:buNone/>
              <a:defRPr/>
            </a:pPr>
            <a:r>
              <a:rPr lang="en-US"/>
              <a:t>3.  The prophetic book of Revelation is based on the principles and powers in the book of Daniel</a:t>
            </a:r>
          </a:p>
        </p:txBody>
      </p:sp>
      <p:pic>
        <p:nvPicPr>
          <p:cNvPr id="6148" name="Picture 3" descr="armageddon.jpg">
            <a:extLst>
              <a:ext uri="{FF2B5EF4-FFF2-40B4-BE49-F238E27FC236}">
                <a16:creationId xmlns:a16="http://schemas.microsoft.com/office/drawing/2014/main" id="{358CEF20-1FB7-39DC-E827-4C998EBE12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6" descr="armageddon8.jpg">
            <a:extLst>
              <a:ext uri="{FF2B5EF4-FFF2-40B4-BE49-F238E27FC236}">
                <a16:creationId xmlns:a16="http://schemas.microsoft.com/office/drawing/2014/main" id="{A2BDAECA-AF59-9569-10CC-8484C8DB60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429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30A1B-0430-9FD3-91B9-7C3D187A8697}"/>
              </a:ext>
            </a:extLst>
          </p:cNvPr>
          <p:cNvSpPr>
            <a:spLocks noGrp="1"/>
          </p:cNvSpPr>
          <p:nvPr>
            <p:ph type="title"/>
          </p:nvPr>
        </p:nvSpPr>
        <p:spPr>
          <a:xfrm>
            <a:off x="685800" y="228600"/>
            <a:ext cx="7772400" cy="762000"/>
          </a:xfrm>
        </p:spPr>
        <p:txBody>
          <a:bodyPr/>
          <a:lstStyle/>
          <a:p>
            <a:pPr eaLnBrk="1" hangingPunct="1">
              <a:defRPr/>
            </a:pPr>
            <a:r>
              <a:rPr lang="en-US" dirty="0"/>
              <a:t>Why Study Daniel and Rev?</a:t>
            </a:r>
          </a:p>
        </p:txBody>
      </p:sp>
      <p:sp>
        <p:nvSpPr>
          <p:cNvPr id="3" name="Content Placeholder 2">
            <a:extLst>
              <a:ext uri="{FF2B5EF4-FFF2-40B4-BE49-F238E27FC236}">
                <a16:creationId xmlns:a16="http://schemas.microsoft.com/office/drawing/2014/main" id="{E76D78BB-9316-4ED6-DCF4-FCE9FEA01930}"/>
              </a:ext>
            </a:extLst>
          </p:cNvPr>
          <p:cNvSpPr>
            <a:spLocks noGrp="1"/>
          </p:cNvSpPr>
          <p:nvPr>
            <p:ph idx="1"/>
          </p:nvPr>
        </p:nvSpPr>
        <p:spPr>
          <a:xfrm>
            <a:off x="685800" y="1066800"/>
            <a:ext cx="7772400" cy="1330325"/>
          </a:xfrm>
        </p:spPr>
        <p:txBody>
          <a:bodyPr/>
          <a:lstStyle/>
          <a:p>
            <a:pPr marL="514350" indent="-514350" eaLnBrk="1" hangingPunct="1">
              <a:buFont typeface="Wingdings" pitchFamily="2" charset="2"/>
              <a:buAutoNum type="arabicPeriod" startAt="4"/>
              <a:defRPr/>
            </a:pPr>
            <a:r>
              <a:rPr lang="en-US" dirty="0"/>
              <a:t>You will be more blessed and joyful! (Rev. 1:3</a:t>
            </a:r>
          </a:p>
        </p:txBody>
      </p:sp>
      <p:pic>
        <p:nvPicPr>
          <p:cNvPr id="7172" name="Picture 3" descr="atornado1.jpg">
            <a:extLst>
              <a:ext uri="{FF2B5EF4-FFF2-40B4-BE49-F238E27FC236}">
                <a16:creationId xmlns:a16="http://schemas.microsoft.com/office/drawing/2014/main" id="{5A1A13B3-EE27-DB0F-4FA5-C248E036D4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0"/>
            <a:ext cx="4675188"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4" descr="awar1.jpg">
            <a:extLst>
              <a:ext uri="{FF2B5EF4-FFF2-40B4-BE49-F238E27FC236}">
                <a16:creationId xmlns:a16="http://schemas.microsoft.com/office/drawing/2014/main" id="{E18CEA21-7E27-D692-668E-FC58B0D1D2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505200"/>
            <a:ext cx="3690938"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5C64D6E-8B85-6095-7080-CAFBCF8A9F99}"/>
              </a:ext>
            </a:extLst>
          </p:cNvPr>
          <p:cNvSpPr>
            <a:spLocks noGrp="1" noChangeArrowheads="1"/>
          </p:cNvSpPr>
          <p:nvPr>
            <p:ph type="title"/>
          </p:nvPr>
        </p:nvSpPr>
        <p:spPr/>
        <p:txBody>
          <a:bodyPr/>
          <a:lstStyle/>
          <a:p>
            <a:pPr eaLnBrk="1" hangingPunct="1">
              <a:defRPr/>
            </a:pPr>
            <a:r>
              <a:rPr lang="en-US">
                <a:solidFill>
                  <a:schemeClr val="tx1"/>
                </a:solidFill>
              </a:rPr>
              <a:t>Daniel – Historical Perspective</a:t>
            </a:r>
          </a:p>
        </p:txBody>
      </p:sp>
      <p:sp>
        <p:nvSpPr>
          <p:cNvPr id="20483" name="Rectangle 3">
            <a:extLst>
              <a:ext uri="{FF2B5EF4-FFF2-40B4-BE49-F238E27FC236}">
                <a16:creationId xmlns:a16="http://schemas.microsoft.com/office/drawing/2014/main" id="{C6A63CF0-05E2-364B-413E-6D658F96BC90}"/>
              </a:ext>
            </a:extLst>
          </p:cNvPr>
          <p:cNvSpPr>
            <a:spLocks noGrp="1" noChangeArrowheads="1"/>
          </p:cNvSpPr>
          <p:nvPr>
            <p:ph type="body" idx="1"/>
          </p:nvPr>
        </p:nvSpPr>
        <p:spPr/>
        <p:txBody>
          <a:bodyPr/>
          <a:lstStyle/>
          <a:p>
            <a:pPr eaLnBrk="1" hangingPunct="1">
              <a:defRPr/>
            </a:pPr>
            <a:r>
              <a:rPr lang="en-US"/>
              <a:t>Daniel was born into an upper-class Jewish family in Judea about 622 B.C.</a:t>
            </a:r>
          </a:p>
          <a:p>
            <a:pPr eaLnBrk="1" hangingPunct="1">
              <a:defRPr/>
            </a:pPr>
            <a:r>
              <a:rPr lang="en-US"/>
              <a:t>The Assyrian Empire which had viciously ruled the world for about 300 years was coming to an end</a:t>
            </a:r>
          </a:p>
          <a:p>
            <a:pPr eaLnBrk="1" hangingPunct="1">
              <a:defRPr/>
            </a:pPr>
            <a:r>
              <a:rPr lang="en-US"/>
              <a:t>Babylon was coming to be a </a:t>
            </a:r>
            <a:r>
              <a:rPr lang="ja-JP" altLang="en-US">
                <a:latin typeface="Arial" pitchFamily="34" charset="0"/>
              </a:rPr>
              <a:t>“</a:t>
            </a:r>
            <a:r>
              <a:rPr lang="en-US" altLang="ja-JP"/>
              <a:t>world</a:t>
            </a:r>
            <a:r>
              <a:rPr lang="ja-JP" altLang="en-US">
                <a:latin typeface="Arial" pitchFamily="34" charset="0"/>
              </a:rPr>
              <a:t>”</a:t>
            </a:r>
            <a:r>
              <a:rPr lang="en-US" altLang="ja-JP"/>
              <a:t> power at the time Daniel was a boy</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D7EE790-34CE-9AC1-62A2-5BE42B031A81}"/>
              </a:ext>
            </a:extLst>
          </p:cNvPr>
          <p:cNvSpPr>
            <a:spLocks noGrp="1" noChangeArrowheads="1"/>
          </p:cNvSpPr>
          <p:nvPr>
            <p:ph type="title"/>
          </p:nvPr>
        </p:nvSpPr>
        <p:spPr/>
        <p:txBody>
          <a:bodyPr/>
          <a:lstStyle/>
          <a:p>
            <a:pPr eaLnBrk="1" hangingPunct="1">
              <a:defRPr/>
            </a:pPr>
            <a:r>
              <a:rPr lang="en-US">
                <a:solidFill>
                  <a:schemeClr val="tx1"/>
                </a:solidFill>
              </a:rPr>
              <a:t>Who were the world powers?</a:t>
            </a:r>
          </a:p>
        </p:txBody>
      </p:sp>
      <p:sp>
        <p:nvSpPr>
          <p:cNvPr id="24579" name="Rectangle 3">
            <a:extLst>
              <a:ext uri="{FF2B5EF4-FFF2-40B4-BE49-F238E27FC236}">
                <a16:creationId xmlns:a16="http://schemas.microsoft.com/office/drawing/2014/main" id="{9CD25DD5-0C42-B07D-BE61-5B3E90BE7D5D}"/>
              </a:ext>
            </a:extLst>
          </p:cNvPr>
          <p:cNvSpPr>
            <a:spLocks noGrp="1" noChangeArrowheads="1"/>
          </p:cNvSpPr>
          <p:nvPr>
            <p:ph type="body" idx="1"/>
          </p:nvPr>
        </p:nvSpPr>
        <p:spPr/>
        <p:txBody>
          <a:bodyPr/>
          <a:lstStyle/>
          <a:p>
            <a:pPr eaLnBrk="1" hangingPunct="1">
              <a:defRPr/>
            </a:pPr>
            <a:r>
              <a:rPr lang="en-US" dirty="0"/>
              <a:t>There were four kingdoms that were powerful at the time:</a:t>
            </a:r>
          </a:p>
          <a:p>
            <a:pPr eaLnBrk="1" hangingPunct="1">
              <a:buFont typeface="Wingdings" pitchFamily="2" charset="2"/>
              <a:buNone/>
              <a:defRPr/>
            </a:pPr>
            <a:r>
              <a:rPr lang="en-US" dirty="0"/>
              <a:t>   1.  Babylon – dominant</a:t>
            </a:r>
          </a:p>
          <a:p>
            <a:pPr eaLnBrk="1" hangingPunct="1">
              <a:buFont typeface="Wingdings" pitchFamily="2" charset="2"/>
              <a:buNone/>
              <a:defRPr/>
            </a:pPr>
            <a:r>
              <a:rPr lang="en-US" dirty="0"/>
              <a:t>   2.  Media</a:t>
            </a:r>
          </a:p>
          <a:p>
            <a:pPr eaLnBrk="1" hangingPunct="1">
              <a:buFont typeface="Wingdings" pitchFamily="2" charset="2"/>
              <a:buNone/>
              <a:defRPr/>
            </a:pPr>
            <a:r>
              <a:rPr lang="en-US" dirty="0"/>
              <a:t>   3.  Egypt</a:t>
            </a:r>
          </a:p>
          <a:p>
            <a:pPr eaLnBrk="1" hangingPunct="1">
              <a:buFont typeface="Wingdings" pitchFamily="2" charset="2"/>
              <a:buNone/>
              <a:defRPr/>
            </a:pPr>
            <a:r>
              <a:rPr lang="en-US" dirty="0"/>
              <a:t>   4.  Lydia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 descr="amap_babylonian-captivity-map.jpg">
            <a:extLst>
              <a:ext uri="{FF2B5EF4-FFF2-40B4-BE49-F238E27FC236}">
                <a16:creationId xmlns:a16="http://schemas.microsoft.com/office/drawing/2014/main" id="{1F919B2F-6BAA-D74E-2F14-148F244285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00" y="635000"/>
            <a:ext cx="9080500"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6EDD8C2-4664-6598-4EEF-D8D2EE360662}"/>
              </a:ext>
            </a:extLst>
          </p:cNvPr>
          <p:cNvSpPr>
            <a:spLocks noGrp="1" noChangeArrowheads="1"/>
          </p:cNvSpPr>
          <p:nvPr>
            <p:ph type="title"/>
          </p:nvPr>
        </p:nvSpPr>
        <p:spPr>
          <a:xfrm>
            <a:off x="609600" y="304800"/>
            <a:ext cx="7772400" cy="609600"/>
          </a:xfrm>
        </p:spPr>
        <p:txBody>
          <a:bodyPr/>
          <a:lstStyle/>
          <a:p>
            <a:pPr eaLnBrk="1" hangingPunct="1">
              <a:defRPr/>
            </a:pPr>
            <a:r>
              <a:rPr lang="en-US">
                <a:solidFill>
                  <a:schemeClr val="tx1"/>
                </a:solidFill>
              </a:rPr>
              <a:t>Who was Babylon?</a:t>
            </a:r>
          </a:p>
        </p:txBody>
      </p:sp>
      <p:sp>
        <p:nvSpPr>
          <p:cNvPr id="21507" name="Rectangle 3">
            <a:extLst>
              <a:ext uri="{FF2B5EF4-FFF2-40B4-BE49-F238E27FC236}">
                <a16:creationId xmlns:a16="http://schemas.microsoft.com/office/drawing/2014/main" id="{FDCFD5D7-0B3D-7C0F-41D4-559046CCC5D7}"/>
              </a:ext>
            </a:extLst>
          </p:cNvPr>
          <p:cNvSpPr>
            <a:spLocks noGrp="1" noChangeArrowheads="1"/>
          </p:cNvSpPr>
          <p:nvPr>
            <p:ph type="body" idx="1"/>
          </p:nvPr>
        </p:nvSpPr>
        <p:spPr>
          <a:xfrm>
            <a:off x="304800" y="1600200"/>
            <a:ext cx="4267200" cy="4454525"/>
          </a:xfrm>
        </p:spPr>
        <p:txBody>
          <a:bodyPr/>
          <a:lstStyle/>
          <a:p>
            <a:pPr eaLnBrk="1" hangingPunct="1">
              <a:lnSpc>
                <a:spcPct val="90000"/>
              </a:lnSpc>
              <a:defRPr/>
            </a:pPr>
            <a:r>
              <a:rPr lang="en-US" sz="2800"/>
              <a:t>Babylon was located where the famous tower of Babel had once been (Genesis 11) and founded by Nimrod (Gen. 10)</a:t>
            </a:r>
          </a:p>
          <a:p>
            <a:pPr eaLnBrk="1" hangingPunct="1">
              <a:lnSpc>
                <a:spcPct val="90000"/>
              </a:lnSpc>
              <a:defRPr/>
            </a:pPr>
            <a:r>
              <a:rPr lang="en-US" sz="2800"/>
              <a:t>Hammurabi – 1800 B.C. had made it prominent</a:t>
            </a:r>
          </a:p>
          <a:p>
            <a:pPr eaLnBrk="1" hangingPunct="1">
              <a:lnSpc>
                <a:spcPct val="90000"/>
              </a:lnSpc>
              <a:defRPr/>
            </a:pPr>
            <a:r>
              <a:rPr lang="en-US" sz="2800"/>
              <a:t>Assyria had conquered it and it had been part of the Assyrian empire</a:t>
            </a:r>
          </a:p>
        </p:txBody>
      </p:sp>
      <p:pic>
        <p:nvPicPr>
          <p:cNvPr id="11268" name="Picture 4" descr="0609011">
            <a:extLst>
              <a:ext uri="{FF2B5EF4-FFF2-40B4-BE49-F238E27FC236}">
                <a16:creationId xmlns:a16="http://schemas.microsoft.com/office/drawing/2014/main" id="{DDC2AC46-E86D-084F-E887-D3A2DFA2D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600200"/>
            <a:ext cx="42672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68D6FC6-50ED-B5EF-B7CE-43F64877BB5B}"/>
              </a:ext>
            </a:extLst>
          </p:cNvPr>
          <p:cNvSpPr>
            <a:spLocks noGrp="1" noChangeArrowheads="1"/>
          </p:cNvSpPr>
          <p:nvPr>
            <p:ph type="title"/>
          </p:nvPr>
        </p:nvSpPr>
        <p:spPr>
          <a:solidFill>
            <a:schemeClr val="bg1"/>
          </a:solidFill>
        </p:spPr>
        <p:txBody>
          <a:bodyPr/>
          <a:lstStyle/>
          <a:p>
            <a:pPr eaLnBrk="1" hangingPunct="1">
              <a:defRPr/>
            </a:pPr>
            <a:r>
              <a:rPr lang="en-US">
                <a:solidFill>
                  <a:schemeClr val="tx1"/>
                </a:solidFill>
              </a:rPr>
              <a:t>Who was Babylon?</a:t>
            </a:r>
          </a:p>
        </p:txBody>
      </p:sp>
      <p:sp>
        <p:nvSpPr>
          <p:cNvPr id="22531" name="Rectangle 3">
            <a:extLst>
              <a:ext uri="{FF2B5EF4-FFF2-40B4-BE49-F238E27FC236}">
                <a16:creationId xmlns:a16="http://schemas.microsoft.com/office/drawing/2014/main" id="{F675CD75-A8B1-6BAE-6499-23CE2FC0492E}"/>
              </a:ext>
            </a:extLst>
          </p:cNvPr>
          <p:cNvSpPr>
            <a:spLocks noGrp="1" noChangeArrowheads="1"/>
          </p:cNvSpPr>
          <p:nvPr>
            <p:ph type="body" idx="1"/>
          </p:nvPr>
        </p:nvSpPr>
        <p:spPr/>
        <p:txBody>
          <a:bodyPr/>
          <a:lstStyle/>
          <a:p>
            <a:pPr eaLnBrk="1" hangingPunct="1">
              <a:defRPr/>
            </a:pPr>
            <a:r>
              <a:rPr lang="en-US"/>
              <a:t>Between 626 B.C. and 612 B.C. King Nabopolasser crushed the Assyrians and became the founder of </a:t>
            </a:r>
            <a:r>
              <a:rPr lang="ja-JP" altLang="en-US">
                <a:latin typeface="Arial" pitchFamily="34" charset="0"/>
              </a:rPr>
              <a:t>“</a:t>
            </a:r>
            <a:r>
              <a:rPr lang="en-US" altLang="ja-JP"/>
              <a:t>New Babylon</a:t>
            </a:r>
            <a:r>
              <a:rPr lang="ja-JP" altLang="en-US">
                <a:latin typeface="Arial" pitchFamily="34" charset="0"/>
              </a:rPr>
              <a:t>”</a:t>
            </a:r>
            <a:endParaRPr lang="en-US" altLang="ja-JP"/>
          </a:p>
          <a:p>
            <a:pPr eaLnBrk="1" hangingPunct="1">
              <a:defRPr/>
            </a:pPr>
            <a:r>
              <a:rPr lang="en-US"/>
              <a:t>His son, Nebuchadnezzar II, brought Babylon to its golden age (his name: a prayer to the god Nabu for protection)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3D4AE34-805F-B34A-2DF3-88AC80487F56}"/>
              </a:ext>
            </a:extLst>
          </p:cNvPr>
          <p:cNvSpPr>
            <a:spLocks noGrp="1" noChangeArrowheads="1"/>
          </p:cNvSpPr>
          <p:nvPr>
            <p:ph type="title"/>
          </p:nvPr>
        </p:nvSpPr>
        <p:spPr/>
        <p:txBody>
          <a:bodyPr/>
          <a:lstStyle/>
          <a:p>
            <a:pPr eaLnBrk="1" hangingPunct="1">
              <a:defRPr/>
            </a:pPr>
            <a:r>
              <a:rPr lang="en-US"/>
              <a:t>Daniel 1 - Background</a:t>
            </a:r>
          </a:p>
        </p:txBody>
      </p:sp>
      <p:sp>
        <p:nvSpPr>
          <p:cNvPr id="1027" name="Rectangle 3">
            <a:extLst>
              <a:ext uri="{FF2B5EF4-FFF2-40B4-BE49-F238E27FC236}">
                <a16:creationId xmlns:a16="http://schemas.microsoft.com/office/drawing/2014/main" id="{2B0E54B7-0F90-8C63-EEAB-789D5B26B9F9}"/>
              </a:ext>
            </a:extLst>
          </p:cNvPr>
          <p:cNvSpPr>
            <a:spLocks noGrp="1" noChangeArrowheads="1"/>
          </p:cNvSpPr>
          <p:nvPr>
            <p:ph type="body" idx="1"/>
          </p:nvPr>
        </p:nvSpPr>
        <p:spPr/>
        <p:txBody>
          <a:bodyPr/>
          <a:lstStyle/>
          <a:p>
            <a:pPr eaLnBrk="1" hangingPunct="1">
              <a:defRPr/>
            </a:pPr>
            <a:r>
              <a:rPr lang="en-US"/>
              <a:t>Nebuchadnezzar defeated the Egyptian army at Carcemish in June, 605 B.C.</a:t>
            </a:r>
          </a:p>
          <a:p>
            <a:pPr eaLnBrk="1" hangingPunct="1">
              <a:defRPr/>
            </a:pPr>
            <a:r>
              <a:rPr lang="en-US"/>
              <a:t>This gave him control of Judea and Syria</a:t>
            </a:r>
          </a:p>
          <a:p>
            <a:pPr eaLnBrk="1" hangingPunct="1">
              <a:defRPr/>
            </a:pPr>
            <a:r>
              <a:rPr lang="en-US"/>
              <a:t>Then he came to Jerusalem, forced the Jewish king to sign a treaty with Babylon, and as a sign of his victory over the Jewish god – he took some utensils from the temple and a select few youth (Daniel included)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amap_babylonian-captivity-map.jpg">
            <a:extLst>
              <a:ext uri="{FF2B5EF4-FFF2-40B4-BE49-F238E27FC236}">
                <a16:creationId xmlns:a16="http://schemas.microsoft.com/office/drawing/2014/main" id="{65D5B495-08A8-2065-E543-A29AFDFA3B5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400" y="635000"/>
            <a:ext cx="9080500" cy="55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27227D6-F2F6-4EBE-27DC-EDD314F9072C}"/>
              </a:ext>
            </a:extLst>
          </p:cNvPr>
          <p:cNvSpPr>
            <a:spLocks noGrp="1" noChangeArrowheads="1"/>
          </p:cNvSpPr>
          <p:nvPr>
            <p:ph type="title"/>
          </p:nvPr>
        </p:nvSpPr>
        <p:spPr/>
        <p:txBody>
          <a:bodyPr/>
          <a:lstStyle/>
          <a:p>
            <a:pPr eaLnBrk="1" hangingPunct="1">
              <a:defRPr/>
            </a:pPr>
            <a:r>
              <a:rPr lang="en-US"/>
              <a:t>Daniel 1</a:t>
            </a:r>
          </a:p>
        </p:txBody>
      </p:sp>
      <p:sp>
        <p:nvSpPr>
          <p:cNvPr id="5123" name="Rectangle 3">
            <a:extLst>
              <a:ext uri="{FF2B5EF4-FFF2-40B4-BE49-F238E27FC236}">
                <a16:creationId xmlns:a16="http://schemas.microsoft.com/office/drawing/2014/main" id="{F004061B-A8F4-41E0-5B14-23D1F4051D1E}"/>
              </a:ext>
            </a:extLst>
          </p:cNvPr>
          <p:cNvSpPr>
            <a:spLocks noGrp="1" noChangeArrowheads="1"/>
          </p:cNvSpPr>
          <p:nvPr>
            <p:ph type="body" idx="1"/>
          </p:nvPr>
        </p:nvSpPr>
        <p:spPr>
          <a:xfrm>
            <a:off x="685800" y="1641475"/>
            <a:ext cx="4191000" cy="4454525"/>
          </a:xfrm>
        </p:spPr>
        <p:txBody>
          <a:bodyPr/>
          <a:lstStyle/>
          <a:p>
            <a:pPr eaLnBrk="1" hangingPunct="1">
              <a:defRPr/>
            </a:pPr>
            <a:r>
              <a:rPr lang="en-US" sz="2800" dirty="0"/>
              <a:t>Daniel 1:1-3; Even though Nebuchadnezzar probably took great pride that it was he who had conquered the Jews – v. 2 states clearly that it was God who </a:t>
            </a:r>
            <a:r>
              <a:rPr lang="ja-JP" altLang="en-US" sz="2800" b="1">
                <a:latin typeface="Arial" pitchFamily="34" charset="0"/>
              </a:rPr>
              <a:t>“</a:t>
            </a:r>
            <a:r>
              <a:rPr lang="en-US" altLang="ja-JP" sz="2800" b="1" dirty="0"/>
              <a:t>gave</a:t>
            </a:r>
            <a:r>
              <a:rPr lang="ja-JP" altLang="en-US" sz="2800" b="1">
                <a:latin typeface="Arial" pitchFamily="34" charset="0"/>
              </a:rPr>
              <a:t>”</a:t>
            </a:r>
            <a:r>
              <a:rPr lang="en-US" altLang="ja-JP" sz="2800" b="1" dirty="0"/>
              <a:t> </a:t>
            </a:r>
            <a:r>
              <a:rPr lang="en-US" altLang="ja-JP" sz="2800" dirty="0"/>
              <a:t>him the victory.</a:t>
            </a:r>
          </a:p>
          <a:p>
            <a:pPr eaLnBrk="1" hangingPunct="1">
              <a:defRPr/>
            </a:pPr>
            <a:endParaRPr lang="en-US" sz="2800" dirty="0"/>
          </a:p>
        </p:txBody>
      </p:sp>
      <p:pic>
        <p:nvPicPr>
          <p:cNvPr id="15364" name="Picture 4" descr="0601124">
            <a:extLst>
              <a:ext uri="{FF2B5EF4-FFF2-40B4-BE49-F238E27FC236}">
                <a16:creationId xmlns:a16="http://schemas.microsoft.com/office/drawing/2014/main" id="{A9201ADD-B04F-C4C1-1837-122E410A2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00200"/>
            <a:ext cx="3581400"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8DC11EE-C371-7DB8-FB14-C14BEC0006F6}"/>
              </a:ext>
            </a:extLst>
          </p:cNvPr>
          <p:cNvSpPr>
            <a:spLocks noGrp="1" noChangeArrowheads="1"/>
          </p:cNvSpPr>
          <p:nvPr>
            <p:ph type="title"/>
          </p:nvPr>
        </p:nvSpPr>
        <p:spPr/>
        <p:txBody>
          <a:bodyPr/>
          <a:lstStyle/>
          <a:p>
            <a:pPr eaLnBrk="1" hangingPunct="1">
              <a:defRPr/>
            </a:pPr>
            <a:r>
              <a:rPr lang="en-US"/>
              <a:t>Captivity – why did God do it?</a:t>
            </a:r>
          </a:p>
        </p:txBody>
      </p:sp>
      <p:sp>
        <p:nvSpPr>
          <p:cNvPr id="11267" name="Rectangle 3">
            <a:extLst>
              <a:ext uri="{FF2B5EF4-FFF2-40B4-BE49-F238E27FC236}">
                <a16:creationId xmlns:a16="http://schemas.microsoft.com/office/drawing/2014/main" id="{12167AEE-2E9E-F4D6-19E0-F29E3DA13348}"/>
              </a:ext>
            </a:extLst>
          </p:cNvPr>
          <p:cNvSpPr>
            <a:spLocks noGrp="1" noChangeArrowheads="1"/>
          </p:cNvSpPr>
          <p:nvPr>
            <p:ph type="body" idx="1"/>
          </p:nvPr>
        </p:nvSpPr>
        <p:spPr>
          <a:xfrm>
            <a:off x="228600" y="1641475"/>
            <a:ext cx="3962400" cy="5216525"/>
          </a:xfrm>
        </p:spPr>
        <p:txBody>
          <a:bodyPr/>
          <a:lstStyle/>
          <a:p>
            <a:pPr eaLnBrk="1" hangingPunct="1">
              <a:defRPr/>
            </a:pPr>
            <a:r>
              <a:rPr lang="en-US" sz="2800"/>
              <a:t>God promised Israel when He took them out of Egypt - Ex. 19:5,6 </a:t>
            </a:r>
            <a:r>
              <a:rPr lang="ja-JP" altLang="en-US" sz="2800">
                <a:latin typeface="Arial" pitchFamily="34" charset="0"/>
              </a:rPr>
              <a:t>“</a:t>
            </a:r>
            <a:r>
              <a:rPr lang="en-US" altLang="ja-JP" sz="2800"/>
              <a:t>If you will obey my voice and keep my covenant, you shall be my own possession among all peoples;…and you shall be to me a kingdom of priests and a holy nation.</a:t>
            </a:r>
            <a:r>
              <a:rPr lang="ja-JP" altLang="en-US" sz="2800">
                <a:latin typeface="Arial" pitchFamily="34" charset="0"/>
              </a:rPr>
              <a:t>”</a:t>
            </a:r>
            <a:endParaRPr lang="en-US" sz="2800"/>
          </a:p>
        </p:txBody>
      </p:sp>
      <p:pic>
        <p:nvPicPr>
          <p:cNvPr id="16388" name="Picture 4" descr="0601178">
            <a:extLst>
              <a:ext uri="{FF2B5EF4-FFF2-40B4-BE49-F238E27FC236}">
                <a16:creationId xmlns:a16="http://schemas.microsoft.com/office/drawing/2014/main" id="{0124435B-4F5D-D0FC-C047-B8849CC1C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752600"/>
            <a:ext cx="48768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11CD434-6C2F-2458-295F-645D8C0510AF}"/>
              </a:ext>
            </a:extLst>
          </p:cNvPr>
          <p:cNvSpPr>
            <a:spLocks noGrp="1" noChangeArrowheads="1"/>
          </p:cNvSpPr>
          <p:nvPr>
            <p:ph type="title"/>
          </p:nvPr>
        </p:nvSpPr>
        <p:spPr/>
        <p:txBody>
          <a:bodyPr/>
          <a:lstStyle/>
          <a:p>
            <a:pPr eaLnBrk="1" hangingPunct="1">
              <a:defRPr/>
            </a:pPr>
            <a:r>
              <a:rPr lang="en-US"/>
              <a:t>Captivity – why did God do it?</a:t>
            </a:r>
          </a:p>
        </p:txBody>
      </p:sp>
      <p:sp>
        <p:nvSpPr>
          <p:cNvPr id="9219" name="Rectangle 3">
            <a:extLst>
              <a:ext uri="{FF2B5EF4-FFF2-40B4-BE49-F238E27FC236}">
                <a16:creationId xmlns:a16="http://schemas.microsoft.com/office/drawing/2014/main" id="{D87602F8-779C-1298-3808-7B3F4BBF7C58}"/>
              </a:ext>
            </a:extLst>
          </p:cNvPr>
          <p:cNvSpPr>
            <a:spLocks noGrp="1" noChangeArrowheads="1"/>
          </p:cNvSpPr>
          <p:nvPr>
            <p:ph type="body" idx="1"/>
          </p:nvPr>
        </p:nvSpPr>
        <p:spPr/>
        <p:txBody>
          <a:bodyPr/>
          <a:lstStyle/>
          <a:p>
            <a:pPr eaLnBrk="1" hangingPunct="1">
              <a:lnSpc>
                <a:spcPct val="90000"/>
              </a:lnSpc>
              <a:defRPr/>
            </a:pPr>
            <a:r>
              <a:rPr lang="en-US"/>
              <a:t>2 Chronicles 36:15-17; The Lord, the God of their fathers, sent word to them through His messengers again and again, because He had pity on His people and His dwelling place.  But they mocked God</a:t>
            </a:r>
            <a:r>
              <a:rPr lang="ja-JP" altLang="en-US">
                <a:latin typeface="Arial" pitchFamily="34" charset="0"/>
              </a:rPr>
              <a:t>’</a:t>
            </a:r>
            <a:r>
              <a:rPr lang="en-US" altLang="ja-JP"/>
              <a:t>s messengers, despised His words and scoffed at His prophets until the wrath of the Lord was aroused against His people and there was no remedy…..</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35B1AB00-6F12-9E72-FC51-4BDD1B92B638}"/>
              </a:ext>
            </a:extLst>
          </p:cNvPr>
          <p:cNvSpPr>
            <a:spLocks noGrp="1" noChangeArrowheads="1"/>
          </p:cNvSpPr>
          <p:nvPr>
            <p:ph type="title"/>
          </p:nvPr>
        </p:nvSpPr>
        <p:spPr/>
        <p:txBody>
          <a:bodyPr/>
          <a:lstStyle/>
          <a:p>
            <a:pPr eaLnBrk="1" hangingPunct="1">
              <a:defRPr/>
            </a:pPr>
            <a:r>
              <a:rPr lang="en-US"/>
              <a:t>Captivity – why did God do it?</a:t>
            </a:r>
          </a:p>
        </p:txBody>
      </p:sp>
      <p:sp>
        <p:nvSpPr>
          <p:cNvPr id="10243" name="Rectangle 3">
            <a:extLst>
              <a:ext uri="{FF2B5EF4-FFF2-40B4-BE49-F238E27FC236}">
                <a16:creationId xmlns:a16="http://schemas.microsoft.com/office/drawing/2014/main" id="{FBEF2513-0EF5-BC14-CDD9-6A166BB7F810}"/>
              </a:ext>
            </a:extLst>
          </p:cNvPr>
          <p:cNvSpPr>
            <a:spLocks noGrp="1" noChangeArrowheads="1"/>
          </p:cNvSpPr>
          <p:nvPr>
            <p:ph type="body" idx="1"/>
          </p:nvPr>
        </p:nvSpPr>
        <p:spPr>
          <a:xfrm>
            <a:off x="685800" y="1641475"/>
            <a:ext cx="3505200" cy="4454525"/>
          </a:xfrm>
        </p:spPr>
        <p:txBody>
          <a:bodyPr/>
          <a:lstStyle/>
          <a:p>
            <a:pPr eaLnBrk="1" hangingPunct="1">
              <a:lnSpc>
                <a:spcPct val="90000"/>
              </a:lnSpc>
              <a:defRPr/>
            </a:pPr>
            <a:r>
              <a:rPr lang="en-US" sz="2800"/>
              <a:t>He brought against them the king of the Babylonians, who killed their young men with the sword in the sanctuary, and spared neither young man nor young woman, old man or aged.</a:t>
            </a:r>
            <a:r>
              <a:rPr lang="ja-JP" altLang="en-US" sz="2800">
                <a:latin typeface="Arial" pitchFamily="34" charset="0"/>
              </a:rPr>
              <a:t>”</a:t>
            </a:r>
            <a:r>
              <a:rPr lang="en-US" altLang="ja-JP" sz="2800"/>
              <a:t> 2 Chronicles 36:15-17</a:t>
            </a:r>
            <a:endParaRPr lang="en-US" sz="2800"/>
          </a:p>
        </p:txBody>
      </p:sp>
      <p:pic>
        <p:nvPicPr>
          <p:cNvPr id="18436" name="Picture 4" descr="0602098">
            <a:extLst>
              <a:ext uri="{FF2B5EF4-FFF2-40B4-BE49-F238E27FC236}">
                <a16:creationId xmlns:a16="http://schemas.microsoft.com/office/drawing/2014/main" id="{5108B729-68D9-4920-1110-5CC9C3B67A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371600"/>
            <a:ext cx="3884613"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F499E20-68F9-EBE9-FEBA-969634911AFD}"/>
              </a:ext>
            </a:extLst>
          </p:cNvPr>
          <p:cNvSpPr>
            <a:spLocks noGrp="1" noChangeArrowheads="1"/>
          </p:cNvSpPr>
          <p:nvPr>
            <p:ph type="title"/>
          </p:nvPr>
        </p:nvSpPr>
        <p:spPr/>
        <p:txBody>
          <a:bodyPr/>
          <a:lstStyle/>
          <a:p>
            <a:pPr eaLnBrk="1" hangingPunct="1">
              <a:defRPr/>
            </a:pPr>
            <a:r>
              <a:rPr lang="en-US"/>
              <a:t>What sins did the Jews commit?</a:t>
            </a:r>
          </a:p>
        </p:txBody>
      </p:sp>
      <p:sp>
        <p:nvSpPr>
          <p:cNvPr id="12291" name="Rectangle 3">
            <a:extLst>
              <a:ext uri="{FF2B5EF4-FFF2-40B4-BE49-F238E27FC236}">
                <a16:creationId xmlns:a16="http://schemas.microsoft.com/office/drawing/2014/main" id="{41478146-6AB1-663F-4E5F-521654D5C6FC}"/>
              </a:ext>
            </a:extLst>
          </p:cNvPr>
          <p:cNvSpPr>
            <a:spLocks noGrp="1" noChangeArrowheads="1"/>
          </p:cNvSpPr>
          <p:nvPr>
            <p:ph type="body" idx="1"/>
          </p:nvPr>
        </p:nvSpPr>
        <p:spPr>
          <a:xfrm>
            <a:off x="533400" y="1295400"/>
            <a:ext cx="7924800" cy="4911725"/>
          </a:xfrm>
        </p:spPr>
        <p:txBody>
          <a:bodyPr/>
          <a:lstStyle/>
          <a:p>
            <a:pPr eaLnBrk="1" hangingPunct="1">
              <a:lnSpc>
                <a:spcPct val="90000"/>
              </a:lnSpc>
              <a:defRPr/>
            </a:pPr>
            <a:r>
              <a:rPr lang="en-US" sz="2800"/>
              <a:t>Dishonesty</a:t>
            </a:r>
          </a:p>
          <a:p>
            <a:pPr eaLnBrk="1" hangingPunct="1">
              <a:lnSpc>
                <a:spcPct val="90000"/>
              </a:lnSpc>
              <a:defRPr/>
            </a:pPr>
            <a:r>
              <a:rPr lang="en-US" sz="2800"/>
              <a:t>Injustice to the poor</a:t>
            </a:r>
          </a:p>
          <a:p>
            <a:pPr eaLnBrk="1" hangingPunct="1">
              <a:lnSpc>
                <a:spcPct val="90000"/>
              </a:lnSpc>
              <a:defRPr/>
            </a:pPr>
            <a:r>
              <a:rPr lang="en-US" sz="2800"/>
              <a:t>Murder</a:t>
            </a:r>
          </a:p>
          <a:p>
            <a:pPr eaLnBrk="1" hangingPunct="1">
              <a:lnSpc>
                <a:spcPct val="90000"/>
              </a:lnSpc>
              <a:defRPr/>
            </a:pPr>
            <a:r>
              <a:rPr lang="en-US" sz="2800"/>
              <a:t>Breaking the Sabbath and God</a:t>
            </a:r>
            <a:r>
              <a:rPr lang="ja-JP" altLang="en-US" sz="2800">
                <a:latin typeface="Arial" pitchFamily="34" charset="0"/>
              </a:rPr>
              <a:t>’</a:t>
            </a:r>
            <a:r>
              <a:rPr lang="en-US" altLang="ja-JP" sz="2800"/>
              <a:t>s covenant</a:t>
            </a:r>
          </a:p>
          <a:p>
            <a:pPr eaLnBrk="1" hangingPunct="1">
              <a:lnSpc>
                <a:spcPct val="90000"/>
              </a:lnSpc>
              <a:defRPr/>
            </a:pPr>
            <a:r>
              <a:rPr lang="en-US" sz="2800"/>
              <a:t>Sexual immorality (extramarital, premarital, homosexual and bestial)</a:t>
            </a:r>
          </a:p>
          <a:p>
            <a:pPr eaLnBrk="1" hangingPunct="1">
              <a:lnSpc>
                <a:spcPct val="90000"/>
              </a:lnSpc>
              <a:defRPr/>
            </a:pPr>
            <a:r>
              <a:rPr lang="en-US" sz="2800"/>
              <a:t>Worship of Baal and false images of gods</a:t>
            </a:r>
          </a:p>
          <a:p>
            <a:pPr eaLnBrk="1" hangingPunct="1">
              <a:lnSpc>
                <a:spcPct val="90000"/>
              </a:lnSpc>
              <a:defRPr/>
            </a:pPr>
            <a:r>
              <a:rPr lang="en-US" sz="2800"/>
              <a:t>Persecuted the prophets</a:t>
            </a:r>
          </a:p>
          <a:p>
            <a:pPr eaLnBrk="1" hangingPunct="1">
              <a:lnSpc>
                <a:spcPct val="90000"/>
              </a:lnSpc>
              <a:defRPr/>
            </a:pPr>
            <a:r>
              <a:rPr lang="en-US" sz="2800"/>
              <a:t>Listened to false prophets who said </a:t>
            </a:r>
            <a:r>
              <a:rPr lang="ja-JP" altLang="en-US" sz="2800">
                <a:latin typeface="Arial" pitchFamily="34" charset="0"/>
              </a:rPr>
              <a:t>“</a:t>
            </a:r>
            <a:r>
              <a:rPr lang="en-US" altLang="ja-JP" sz="2800"/>
              <a:t>soothing</a:t>
            </a:r>
            <a:r>
              <a:rPr lang="ja-JP" altLang="en-US" sz="2800">
                <a:latin typeface="Arial" pitchFamily="34" charset="0"/>
              </a:rPr>
              <a:t>”</a:t>
            </a:r>
            <a:r>
              <a:rPr lang="en-US" altLang="ja-JP" sz="2800"/>
              <a:t> things </a:t>
            </a:r>
          </a:p>
          <a:p>
            <a:pPr eaLnBrk="1" hangingPunct="1">
              <a:lnSpc>
                <a:spcPct val="90000"/>
              </a:lnSpc>
              <a:defRPr/>
            </a:pPr>
            <a:r>
              <a:rPr lang="en-US" sz="2800"/>
              <a:t>Jeremiah 9:14; 17:19-27; 22:1-5; 28</a:t>
            </a:r>
          </a:p>
          <a:p>
            <a:pPr eaLnBrk="1" hangingPunct="1">
              <a:lnSpc>
                <a:spcPct val="90000"/>
              </a:lnSpc>
              <a:buFont typeface="Wingdings" pitchFamily="2" charset="2"/>
              <a:buNone/>
              <a:defRPr/>
            </a:pPr>
            <a:endParaRPr 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CCCBB7E-A377-0DF0-D6A8-14D34268C312}"/>
              </a:ext>
            </a:extLst>
          </p:cNvPr>
          <p:cNvSpPr>
            <a:spLocks noGrp="1" noChangeArrowheads="1"/>
          </p:cNvSpPr>
          <p:nvPr>
            <p:ph type="title"/>
          </p:nvPr>
        </p:nvSpPr>
        <p:spPr/>
        <p:txBody>
          <a:bodyPr/>
          <a:lstStyle/>
          <a:p>
            <a:pPr eaLnBrk="1" hangingPunct="1">
              <a:defRPr/>
            </a:pPr>
            <a:r>
              <a:rPr lang="en-US"/>
              <a:t>Did God want to send the Jews into captivity?</a:t>
            </a:r>
          </a:p>
        </p:txBody>
      </p:sp>
      <p:sp>
        <p:nvSpPr>
          <p:cNvPr id="13315" name="Rectangle 3">
            <a:extLst>
              <a:ext uri="{FF2B5EF4-FFF2-40B4-BE49-F238E27FC236}">
                <a16:creationId xmlns:a16="http://schemas.microsoft.com/office/drawing/2014/main" id="{BBF823C1-0B51-3F1B-F7AB-B324610B724B}"/>
              </a:ext>
            </a:extLst>
          </p:cNvPr>
          <p:cNvSpPr>
            <a:spLocks noGrp="1" noChangeArrowheads="1"/>
          </p:cNvSpPr>
          <p:nvPr>
            <p:ph type="body" idx="1"/>
          </p:nvPr>
        </p:nvSpPr>
        <p:spPr/>
        <p:txBody>
          <a:bodyPr/>
          <a:lstStyle/>
          <a:p>
            <a:pPr eaLnBrk="1" hangingPunct="1">
              <a:defRPr/>
            </a:pPr>
            <a:r>
              <a:rPr lang="en-US"/>
              <a:t>Hosea 11:8 – </a:t>
            </a:r>
            <a:r>
              <a:rPr lang="ja-JP" altLang="en-US">
                <a:latin typeface="Arial" pitchFamily="34" charset="0"/>
              </a:rPr>
              <a:t>“</a:t>
            </a:r>
            <a:r>
              <a:rPr lang="en-US" altLang="ja-JP"/>
              <a:t>How can I give you up Ephraim?  How can I hand you over, O Israel…my heart recoils within me, My compassion grows warm and tender.</a:t>
            </a:r>
            <a:r>
              <a:rPr lang="ja-JP" altLang="en-US">
                <a:latin typeface="Arial" pitchFamily="34" charset="0"/>
              </a:rPr>
              <a:t>”</a:t>
            </a:r>
            <a:endParaRPr lang="en-US" altLang="ja-JP"/>
          </a:p>
          <a:p>
            <a:pPr eaLnBrk="1" hangingPunct="1">
              <a:defRPr/>
            </a:pPr>
            <a:r>
              <a:rPr lang="en-US"/>
              <a:t>Ezekiel 33:11 – </a:t>
            </a:r>
            <a:r>
              <a:rPr lang="ja-JP" altLang="en-US">
                <a:latin typeface="Arial" pitchFamily="34" charset="0"/>
              </a:rPr>
              <a:t>“</a:t>
            </a:r>
            <a:r>
              <a:rPr lang="en-US" altLang="ja-JP"/>
              <a:t>Turn back, turn back from your evil ways; for why will you die, O house of Israel.</a:t>
            </a:r>
            <a:r>
              <a:rPr lang="ja-JP" altLang="en-US">
                <a:latin typeface="Arial" pitchFamily="34" charset="0"/>
              </a:rPr>
              <a:t>”</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C34076F-C9BC-E82F-E240-D81CDE2055D7}"/>
              </a:ext>
            </a:extLst>
          </p:cNvPr>
          <p:cNvSpPr>
            <a:spLocks noGrp="1" noChangeArrowheads="1"/>
          </p:cNvSpPr>
          <p:nvPr>
            <p:ph type="title"/>
          </p:nvPr>
        </p:nvSpPr>
        <p:spPr/>
        <p:txBody>
          <a:bodyPr/>
          <a:lstStyle/>
          <a:p>
            <a:pPr eaLnBrk="1" hangingPunct="1">
              <a:defRPr/>
            </a:pPr>
            <a:r>
              <a:rPr lang="en-US"/>
              <a:t>The Captivity</a:t>
            </a:r>
          </a:p>
        </p:txBody>
      </p:sp>
      <p:sp>
        <p:nvSpPr>
          <p:cNvPr id="14339" name="Rectangle 3">
            <a:extLst>
              <a:ext uri="{FF2B5EF4-FFF2-40B4-BE49-F238E27FC236}">
                <a16:creationId xmlns:a16="http://schemas.microsoft.com/office/drawing/2014/main" id="{2535CA90-9276-82A7-BAF1-C811E43FA58B}"/>
              </a:ext>
            </a:extLst>
          </p:cNvPr>
          <p:cNvSpPr>
            <a:spLocks noGrp="1" noChangeArrowheads="1"/>
          </p:cNvSpPr>
          <p:nvPr>
            <p:ph type="body" idx="1"/>
          </p:nvPr>
        </p:nvSpPr>
        <p:spPr/>
        <p:txBody>
          <a:bodyPr/>
          <a:lstStyle/>
          <a:p>
            <a:pPr eaLnBrk="1" hangingPunct="1">
              <a:defRPr/>
            </a:pPr>
            <a:r>
              <a:rPr lang="en-US"/>
              <a:t>722 B.C. – The northern kingdom of Israel is conquered by the Assyrians</a:t>
            </a:r>
          </a:p>
          <a:p>
            <a:pPr eaLnBrk="1" hangingPunct="1">
              <a:defRPr/>
            </a:pPr>
            <a:r>
              <a:rPr lang="en-US"/>
              <a:t>605 B.C. – The southern kingdom of Judah is overcome by Babylon</a:t>
            </a:r>
          </a:p>
          <a:p>
            <a:pPr eaLnBrk="1" hangingPunct="1">
              <a:defRPr/>
            </a:pPr>
            <a:endParaRPr lang="en-US"/>
          </a:p>
          <a:p>
            <a:pPr eaLnBrk="1" hangingPunct="1">
              <a:defRPr/>
            </a:pPr>
            <a:r>
              <a:rPr lang="en-US"/>
              <a:t>God only gave them up, because their wound was incurable!</a:t>
            </a:r>
          </a:p>
          <a:p>
            <a:pPr eaLnBrk="1" hangingPunct="1">
              <a:buFont typeface="Wingdings" pitchFamily="2" charset="2"/>
              <a:buNone/>
              <a:defRPr/>
            </a:pP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93378A6-698C-4008-ABBC-84F9A3A74AD1}"/>
              </a:ext>
            </a:extLst>
          </p:cNvPr>
          <p:cNvSpPr>
            <a:spLocks noGrp="1" noChangeArrowheads="1"/>
          </p:cNvSpPr>
          <p:nvPr>
            <p:ph type="title"/>
          </p:nvPr>
        </p:nvSpPr>
        <p:spPr/>
        <p:txBody>
          <a:bodyPr/>
          <a:lstStyle/>
          <a:p>
            <a:pPr eaLnBrk="1" hangingPunct="1">
              <a:defRPr/>
            </a:pPr>
            <a:r>
              <a:rPr lang="en-US"/>
              <a:t>Daniel 1 </a:t>
            </a:r>
          </a:p>
        </p:txBody>
      </p:sp>
      <p:sp>
        <p:nvSpPr>
          <p:cNvPr id="6147" name="Rectangle 3">
            <a:extLst>
              <a:ext uri="{FF2B5EF4-FFF2-40B4-BE49-F238E27FC236}">
                <a16:creationId xmlns:a16="http://schemas.microsoft.com/office/drawing/2014/main" id="{B91C4C84-7993-3614-403F-72B21CB7A3A3}"/>
              </a:ext>
            </a:extLst>
          </p:cNvPr>
          <p:cNvSpPr>
            <a:spLocks noGrp="1" noChangeArrowheads="1"/>
          </p:cNvSpPr>
          <p:nvPr>
            <p:ph type="body" idx="1"/>
          </p:nvPr>
        </p:nvSpPr>
        <p:spPr>
          <a:xfrm>
            <a:off x="381000" y="1905000"/>
            <a:ext cx="3048000" cy="3733800"/>
          </a:xfrm>
        </p:spPr>
        <p:txBody>
          <a:bodyPr/>
          <a:lstStyle/>
          <a:p>
            <a:pPr eaLnBrk="1" hangingPunct="1">
              <a:defRPr/>
            </a:pPr>
            <a:r>
              <a:rPr lang="en-US" sz="2800"/>
              <a:t>Daniel marched the 1500 km. with the army for about two months before reaching the beautiful city of Babylon</a:t>
            </a:r>
          </a:p>
        </p:txBody>
      </p:sp>
      <p:pic>
        <p:nvPicPr>
          <p:cNvPr id="22532" name="Picture 4" descr="0607123">
            <a:extLst>
              <a:ext uri="{FF2B5EF4-FFF2-40B4-BE49-F238E27FC236}">
                <a16:creationId xmlns:a16="http://schemas.microsoft.com/office/drawing/2014/main" id="{9144B941-8048-4B5D-25D5-1F111AA2A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676400"/>
            <a:ext cx="5105400"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92940E0-C855-A114-6BD5-25512591BA82}"/>
              </a:ext>
            </a:extLst>
          </p:cNvPr>
          <p:cNvSpPr>
            <a:spLocks noGrp="1" noChangeArrowheads="1"/>
          </p:cNvSpPr>
          <p:nvPr>
            <p:ph type="title"/>
          </p:nvPr>
        </p:nvSpPr>
        <p:spPr/>
        <p:txBody>
          <a:bodyPr/>
          <a:lstStyle/>
          <a:p>
            <a:pPr eaLnBrk="1" hangingPunct="1">
              <a:defRPr/>
            </a:pPr>
            <a:r>
              <a:rPr lang="en-US"/>
              <a:t>The return from the captivity</a:t>
            </a:r>
          </a:p>
        </p:txBody>
      </p:sp>
      <p:sp>
        <p:nvSpPr>
          <p:cNvPr id="15363" name="Rectangle 3">
            <a:extLst>
              <a:ext uri="{FF2B5EF4-FFF2-40B4-BE49-F238E27FC236}">
                <a16:creationId xmlns:a16="http://schemas.microsoft.com/office/drawing/2014/main" id="{21E14D35-3961-103C-08B0-B82A2C604916}"/>
              </a:ext>
            </a:extLst>
          </p:cNvPr>
          <p:cNvSpPr>
            <a:spLocks noGrp="1" noChangeArrowheads="1"/>
          </p:cNvSpPr>
          <p:nvPr>
            <p:ph type="body" idx="1"/>
          </p:nvPr>
        </p:nvSpPr>
        <p:spPr/>
        <p:txBody>
          <a:bodyPr/>
          <a:lstStyle/>
          <a:p>
            <a:pPr eaLnBrk="1" hangingPunct="1">
              <a:defRPr/>
            </a:pPr>
            <a:r>
              <a:rPr lang="en-US"/>
              <a:t>God did promise that he would punish the nation that took them into captivity and that they would return after 70 years. Jer. 25:11,12; 29:1</a:t>
            </a:r>
          </a:p>
          <a:p>
            <a:pPr eaLnBrk="1" hangingPunct="1">
              <a:defRPr/>
            </a:pPr>
            <a:r>
              <a:rPr lang="en-US"/>
              <a:t>God even promised that He would write His law on their hearts afterwards and they would follow Him and that He would restore the temple. Ezek. 36:24-28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C8E6C3B-317C-662A-7F13-E247F01FD33C}"/>
              </a:ext>
            </a:extLst>
          </p:cNvPr>
          <p:cNvSpPr>
            <a:spLocks noGrp="1" noChangeArrowheads="1"/>
          </p:cNvSpPr>
          <p:nvPr>
            <p:ph type="title"/>
          </p:nvPr>
        </p:nvSpPr>
        <p:spPr/>
        <p:txBody>
          <a:bodyPr/>
          <a:lstStyle/>
          <a:p>
            <a:pPr eaLnBrk="1" hangingPunct="1">
              <a:defRPr/>
            </a:pPr>
            <a:r>
              <a:rPr lang="en-US"/>
              <a:t>Daniel 1</a:t>
            </a:r>
          </a:p>
        </p:txBody>
      </p:sp>
      <p:sp>
        <p:nvSpPr>
          <p:cNvPr id="7171" name="Rectangle 3">
            <a:extLst>
              <a:ext uri="{FF2B5EF4-FFF2-40B4-BE49-F238E27FC236}">
                <a16:creationId xmlns:a16="http://schemas.microsoft.com/office/drawing/2014/main" id="{79B667EE-7EF7-7B1D-FAFB-A76D82A921C5}"/>
              </a:ext>
            </a:extLst>
          </p:cNvPr>
          <p:cNvSpPr>
            <a:spLocks noGrp="1" noChangeArrowheads="1"/>
          </p:cNvSpPr>
          <p:nvPr>
            <p:ph type="body" idx="1"/>
          </p:nvPr>
        </p:nvSpPr>
        <p:spPr/>
        <p:txBody>
          <a:bodyPr/>
          <a:lstStyle/>
          <a:p>
            <a:pPr eaLnBrk="1" hangingPunct="1">
              <a:defRPr/>
            </a:pPr>
            <a:r>
              <a:rPr lang="en-US" sz="2800"/>
              <a:t>Daniel studied:</a:t>
            </a:r>
          </a:p>
          <a:p>
            <a:pPr eaLnBrk="1" hangingPunct="1">
              <a:buFont typeface="Wingdings" pitchFamily="2" charset="2"/>
              <a:buNone/>
              <a:defRPr/>
            </a:pPr>
            <a:r>
              <a:rPr lang="en-US" sz="2800"/>
              <a:t>   1. Mathematics (their specialty)</a:t>
            </a:r>
          </a:p>
          <a:p>
            <a:pPr eaLnBrk="1" hangingPunct="1">
              <a:buFont typeface="Wingdings" pitchFamily="2" charset="2"/>
              <a:buNone/>
              <a:defRPr/>
            </a:pPr>
            <a:r>
              <a:rPr lang="en-US" sz="2800"/>
              <a:t>   2. Astronomy (advanced)</a:t>
            </a:r>
          </a:p>
          <a:p>
            <a:pPr eaLnBrk="1" hangingPunct="1">
              <a:buFont typeface="Wingdings" pitchFamily="2" charset="2"/>
              <a:buNone/>
              <a:defRPr/>
            </a:pPr>
            <a:r>
              <a:rPr lang="en-US" sz="2800"/>
              <a:t>   3. Architecture </a:t>
            </a:r>
          </a:p>
          <a:p>
            <a:pPr eaLnBrk="1" hangingPunct="1">
              <a:buFont typeface="Wingdings" pitchFamily="2" charset="2"/>
              <a:buNone/>
              <a:defRPr/>
            </a:pPr>
            <a:r>
              <a:rPr lang="en-US" sz="2800"/>
              <a:t>   4. Business (checks, interest, letters of credit)</a:t>
            </a:r>
          </a:p>
          <a:p>
            <a:pPr eaLnBrk="1" hangingPunct="1">
              <a:buFont typeface="Wingdings" pitchFamily="2" charset="2"/>
              <a:buNone/>
              <a:defRPr/>
            </a:pPr>
            <a:r>
              <a:rPr lang="en-US" sz="2800"/>
              <a:t>   5. Languages (Akkadian – Babylonian language; Sumerian – traditional religious language; Aramaic – language of international trade and commerce)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20EEAB0-E728-163F-91A1-B69F7EA1D61F}"/>
              </a:ext>
            </a:extLst>
          </p:cNvPr>
          <p:cNvSpPr>
            <a:spLocks noGrp="1" noChangeArrowheads="1"/>
          </p:cNvSpPr>
          <p:nvPr>
            <p:ph type="title"/>
          </p:nvPr>
        </p:nvSpPr>
        <p:spPr/>
        <p:txBody>
          <a:bodyPr/>
          <a:lstStyle/>
          <a:p>
            <a:pPr eaLnBrk="1" hangingPunct="1">
              <a:defRPr/>
            </a:pPr>
            <a:r>
              <a:rPr lang="en-US"/>
              <a:t>Daniel 1</a:t>
            </a:r>
          </a:p>
        </p:txBody>
      </p:sp>
      <p:sp>
        <p:nvSpPr>
          <p:cNvPr id="8195" name="Rectangle 3">
            <a:extLst>
              <a:ext uri="{FF2B5EF4-FFF2-40B4-BE49-F238E27FC236}">
                <a16:creationId xmlns:a16="http://schemas.microsoft.com/office/drawing/2014/main" id="{B8A68226-055D-AD03-D0C9-7E4A141B7F84}"/>
              </a:ext>
            </a:extLst>
          </p:cNvPr>
          <p:cNvSpPr>
            <a:spLocks noGrp="1" noChangeArrowheads="1"/>
          </p:cNvSpPr>
          <p:nvPr>
            <p:ph type="body" idx="1"/>
          </p:nvPr>
        </p:nvSpPr>
        <p:spPr/>
        <p:txBody>
          <a:bodyPr/>
          <a:lstStyle/>
          <a:p>
            <a:pPr eaLnBrk="1" hangingPunct="1">
              <a:lnSpc>
                <a:spcPct val="90000"/>
              </a:lnSpc>
              <a:defRPr/>
            </a:pPr>
            <a:r>
              <a:rPr lang="en-US"/>
              <a:t>Vs. 4 – Daniel was found to be </a:t>
            </a:r>
            <a:r>
              <a:rPr lang="ja-JP" altLang="en-US">
                <a:latin typeface="Arial" pitchFamily="34" charset="0"/>
              </a:rPr>
              <a:t>“</a:t>
            </a:r>
            <a:r>
              <a:rPr lang="en-US" altLang="ja-JP"/>
              <a:t>skillful in all wisdom, endowed with knowledge, understanding learning</a:t>
            </a:r>
            <a:r>
              <a:rPr lang="ja-JP" altLang="en-US">
                <a:latin typeface="Arial" pitchFamily="34" charset="0"/>
              </a:rPr>
              <a:t>”</a:t>
            </a:r>
            <a:r>
              <a:rPr lang="en-US" altLang="ja-JP"/>
              <a:t>.</a:t>
            </a:r>
          </a:p>
          <a:p>
            <a:pPr eaLnBrk="1" hangingPunct="1">
              <a:lnSpc>
                <a:spcPct val="90000"/>
              </a:lnSpc>
              <a:defRPr/>
            </a:pPr>
            <a:r>
              <a:rPr lang="en-US"/>
              <a:t>Even though Judah had been corrupt, Daniel had been brought up by reading the Holy Scriptures and had a good education</a:t>
            </a:r>
          </a:p>
          <a:p>
            <a:pPr eaLnBrk="1" hangingPunct="1">
              <a:lnSpc>
                <a:spcPct val="90000"/>
              </a:lnSpc>
              <a:defRPr/>
            </a:pPr>
            <a:r>
              <a:rPr lang="en-US"/>
              <a:t>How can a young man keep his way pure?</a:t>
            </a:r>
          </a:p>
          <a:p>
            <a:pPr eaLnBrk="1" hangingPunct="1">
              <a:lnSpc>
                <a:spcPct val="90000"/>
              </a:lnSpc>
              <a:buFont typeface="Wingdings" pitchFamily="2" charset="2"/>
              <a:buNone/>
              <a:defRPr/>
            </a:pPr>
            <a:r>
              <a:rPr lang="ja-JP" altLang="en-US">
                <a:latin typeface="Arial" pitchFamily="34" charset="0"/>
              </a:rPr>
              <a:t>“</a:t>
            </a:r>
            <a:r>
              <a:rPr lang="en-US" altLang="ja-JP"/>
              <a:t>By guarding it according to thy word.</a:t>
            </a:r>
            <a:r>
              <a:rPr lang="ja-JP" altLang="en-US">
                <a:latin typeface="Arial" pitchFamily="34" charset="0"/>
              </a:rPr>
              <a:t>”</a:t>
            </a:r>
            <a:r>
              <a:rPr lang="en-US" altLang="ja-JP"/>
              <a:t> Psalm 119:9</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C4C72BC-6B3D-B1EA-5197-85092660DA1C}"/>
              </a:ext>
            </a:extLst>
          </p:cNvPr>
          <p:cNvSpPr>
            <a:spLocks noGrp="1" noChangeArrowheads="1"/>
          </p:cNvSpPr>
          <p:nvPr>
            <p:ph type="title"/>
          </p:nvPr>
        </p:nvSpPr>
        <p:spPr/>
        <p:txBody>
          <a:bodyPr/>
          <a:lstStyle/>
          <a:p>
            <a:pPr eaLnBrk="1" hangingPunct="1">
              <a:defRPr/>
            </a:pPr>
            <a:r>
              <a:rPr lang="en-US"/>
              <a:t>How do we know that Daniel knew the Bible?</a:t>
            </a:r>
          </a:p>
        </p:txBody>
      </p:sp>
      <p:sp>
        <p:nvSpPr>
          <p:cNvPr id="16387" name="Rectangle 3">
            <a:extLst>
              <a:ext uri="{FF2B5EF4-FFF2-40B4-BE49-F238E27FC236}">
                <a16:creationId xmlns:a16="http://schemas.microsoft.com/office/drawing/2014/main" id="{05C2B5F4-6A68-E56A-70EE-1DAC3279D8F7}"/>
              </a:ext>
            </a:extLst>
          </p:cNvPr>
          <p:cNvSpPr>
            <a:spLocks noGrp="1" noChangeArrowheads="1"/>
          </p:cNvSpPr>
          <p:nvPr>
            <p:ph type="body" idx="1"/>
          </p:nvPr>
        </p:nvSpPr>
        <p:spPr/>
        <p:txBody>
          <a:bodyPr/>
          <a:lstStyle/>
          <a:p>
            <a:pPr eaLnBrk="1" hangingPunct="1">
              <a:lnSpc>
                <a:spcPct val="90000"/>
              </a:lnSpc>
              <a:defRPr/>
            </a:pPr>
            <a:r>
              <a:rPr lang="en-US"/>
              <a:t>He knew that it was not right to eat food sacrificed to idols that were not the true God</a:t>
            </a:r>
          </a:p>
          <a:p>
            <a:pPr eaLnBrk="1" hangingPunct="1">
              <a:lnSpc>
                <a:spcPct val="90000"/>
              </a:lnSpc>
              <a:defRPr/>
            </a:pPr>
            <a:r>
              <a:rPr lang="en-US"/>
              <a:t>He knew the list of unclean meats – Deut. 14</a:t>
            </a:r>
          </a:p>
          <a:p>
            <a:pPr eaLnBrk="1" hangingPunct="1">
              <a:lnSpc>
                <a:spcPct val="90000"/>
              </a:lnSpc>
              <a:defRPr/>
            </a:pPr>
            <a:r>
              <a:rPr lang="en-US"/>
              <a:t>He knew that drinking alcoholic wine is a sin – Lev. 10:1-11</a:t>
            </a:r>
          </a:p>
          <a:p>
            <a:pPr eaLnBrk="1" hangingPunct="1">
              <a:lnSpc>
                <a:spcPct val="90000"/>
              </a:lnSpc>
              <a:defRPr/>
            </a:pPr>
            <a:r>
              <a:rPr lang="en-US"/>
              <a:t>He was faithful and honest – Dan. 6:4</a:t>
            </a:r>
          </a:p>
          <a:p>
            <a:pPr eaLnBrk="1" hangingPunct="1">
              <a:lnSpc>
                <a:spcPct val="90000"/>
              </a:lnSpc>
              <a:defRPr/>
            </a:pPr>
            <a:r>
              <a:rPr lang="en-US"/>
              <a:t>He prayed often – Dan. 2,9</a:t>
            </a:r>
          </a:p>
          <a:p>
            <a:pPr eaLnBrk="1" hangingPunct="1">
              <a:lnSpc>
                <a:spcPct val="90000"/>
              </a:lnSpc>
              <a:buFont typeface="Wingdings" pitchFamily="2" charset="2"/>
              <a:buNone/>
              <a:defRPr/>
            </a:pP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9763FC0-4327-0E04-024A-EE4575640F45}"/>
              </a:ext>
            </a:extLst>
          </p:cNvPr>
          <p:cNvSpPr>
            <a:spLocks noGrp="1" noChangeArrowheads="1"/>
          </p:cNvSpPr>
          <p:nvPr>
            <p:ph type="title"/>
          </p:nvPr>
        </p:nvSpPr>
        <p:spPr/>
        <p:txBody>
          <a:bodyPr/>
          <a:lstStyle/>
          <a:p>
            <a:pPr eaLnBrk="1" hangingPunct="1">
              <a:defRPr/>
            </a:pPr>
            <a:r>
              <a:rPr lang="en-US"/>
              <a:t>Instruction for youth</a:t>
            </a:r>
          </a:p>
        </p:txBody>
      </p:sp>
      <p:sp>
        <p:nvSpPr>
          <p:cNvPr id="17411" name="Rectangle 3">
            <a:extLst>
              <a:ext uri="{FF2B5EF4-FFF2-40B4-BE49-F238E27FC236}">
                <a16:creationId xmlns:a16="http://schemas.microsoft.com/office/drawing/2014/main" id="{7D304B01-2973-5DEC-87DE-121424E8475D}"/>
              </a:ext>
            </a:extLst>
          </p:cNvPr>
          <p:cNvSpPr>
            <a:spLocks noGrp="1" noChangeArrowheads="1"/>
          </p:cNvSpPr>
          <p:nvPr>
            <p:ph type="body" idx="1"/>
          </p:nvPr>
        </p:nvSpPr>
        <p:spPr/>
        <p:txBody>
          <a:bodyPr/>
          <a:lstStyle/>
          <a:p>
            <a:pPr eaLnBrk="1" hangingPunct="1">
              <a:defRPr/>
            </a:pPr>
            <a:r>
              <a:rPr lang="en-US"/>
              <a:t>Deuteronomy 6:4-7; God told parents to teach their children the law of God when they were sitting in the house, walking on the road – all the time</a:t>
            </a:r>
          </a:p>
          <a:p>
            <a:pPr eaLnBrk="1" hangingPunct="1">
              <a:defRPr/>
            </a:pPr>
            <a:r>
              <a:rPr lang="en-US"/>
              <a:t>It is possible that the prophet Jeremiah even instructed him when Daniel was a boy in Jerusalem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EEBCCBD-1031-78AB-8C06-1DC76B268239}"/>
              </a:ext>
            </a:extLst>
          </p:cNvPr>
          <p:cNvSpPr>
            <a:spLocks noGrp="1" noChangeArrowheads="1"/>
          </p:cNvSpPr>
          <p:nvPr>
            <p:ph type="title"/>
          </p:nvPr>
        </p:nvSpPr>
        <p:spPr/>
        <p:txBody>
          <a:bodyPr/>
          <a:lstStyle/>
          <a:p>
            <a:pPr eaLnBrk="1" hangingPunct="1">
              <a:defRPr/>
            </a:pPr>
            <a:r>
              <a:rPr lang="en-US"/>
              <a:t>Daniel 1</a:t>
            </a:r>
          </a:p>
        </p:txBody>
      </p:sp>
      <p:sp>
        <p:nvSpPr>
          <p:cNvPr id="18435" name="Rectangle 3">
            <a:extLst>
              <a:ext uri="{FF2B5EF4-FFF2-40B4-BE49-F238E27FC236}">
                <a16:creationId xmlns:a16="http://schemas.microsoft.com/office/drawing/2014/main" id="{9868DFCF-7987-005D-6B1A-E8ABC0F27664}"/>
              </a:ext>
            </a:extLst>
          </p:cNvPr>
          <p:cNvSpPr>
            <a:spLocks noGrp="1" noChangeArrowheads="1"/>
          </p:cNvSpPr>
          <p:nvPr>
            <p:ph type="body" idx="1"/>
          </p:nvPr>
        </p:nvSpPr>
        <p:spPr>
          <a:xfrm>
            <a:off x="685800" y="1752600"/>
            <a:ext cx="3657600" cy="4343400"/>
          </a:xfrm>
        </p:spPr>
        <p:txBody>
          <a:bodyPr/>
          <a:lstStyle/>
          <a:p>
            <a:pPr eaLnBrk="1" hangingPunct="1">
              <a:defRPr/>
            </a:pPr>
            <a:r>
              <a:rPr lang="en-US"/>
              <a:t>Daniel 1:5-21</a:t>
            </a:r>
          </a:p>
          <a:p>
            <a:pPr eaLnBrk="1" hangingPunct="1">
              <a:defRPr/>
            </a:pPr>
            <a:r>
              <a:rPr lang="en-US"/>
              <a:t>Even though it was a great honor to eat from the table of the king, Daniel and his three friends didn</a:t>
            </a:r>
            <a:r>
              <a:rPr lang="ja-JP" altLang="en-US">
                <a:latin typeface="Arial" pitchFamily="34" charset="0"/>
              </a:rPr>
              <a:t>’</a:t>
            </a:r>
            <a:r>
              <a:rPr lang="en-US" altLang="ja-JP"/>
              <a:t>t compromise</a:t>
            </a:r>
            <a:endParaRPr lang="en-US"/>
          </a:p>
        </p:txBody>
      </p:sp>
      <p:pic>
        <p:nvPicPr>
          <p:cNvPr id="28676" name="Picture 4" descr="0601089">
            <a:extLst>
              <a:ext uri="{FF2B5EF4-FFF2-40B4-BE49-F238E27FC236}">
                <a16:creationId xmlns:a16="http://schemas.microsoft.com/office/drawing/2014/main" id="{B2B148A0-920F-7803-4086-A9C7958C7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447800"/>
            <a:ext cx="36957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3D5895B-CED5-A3C5-1914-66AED342B943}"/>
              </a:ext>
            </a:extLst>
          </p:cNvPr>
          <p:cNvSpPr>
            <a:spLocks noGrp="1" noChangeArrowheads="1"/>
          </p:cNvSpPr>
          <p:nvPr>
            <p:ph type="title"/>
          </p:nvPr>
        </p:nvSpPr>
        <p:spPr/>
        <p:txBody>
          <a:bodyPr/>
          <a:lstStyle/>
          <a:p>
            <a:pPr eaLnBrk="1" hangingPunct="1">
              <a:defRPr/>
            </a:pPr>
            <a:r>
              <a:rPr lang="en-US"/>
              <a:t>Daniel 1</a:t>
            </a:r>
          </a:p>
        </p:txBody>
      </p:sp>
      <p:sp>
        <p:nvSpPr>
          <p:cNvPr id="19459" name="Rectangle 3">
            <a:extLst>
              <a:ext uri="{FF2B5EF4-FFF2-40B4-BE49-F238E27FC236}">
                <a16:creationId xmlns:a16="http://schemas.microsoft.com/office/drawing/2014/main" id="{EC805D8B-F56F-CB2E-E18B-784F0F34BA41}"/>
              </a:ext>
            </a:extLst>
          </p:cNvPr>
          <p:cNvSpPr>
            <a:spLocks noGrp="1" noChangeArrowheads="1"/>
          </p:cNvSpPr>
          <p:nvPr>
            <p:ph type="body" idx="1"/>
          </p:nvPr>
        </p:nvSpPr>
        <p:spPr>
          <a:xfrm>
            <a:off x="533400" y="1676400"/>
            <a:ext cx="2819400" cy="3810000"/>
          </a:xfrm>
        </p:spPr>
        <p:txBody>
          <a:bodyPr/>
          <a:lstStyle/>
          <a:p>
            <a:pPr eaLnBrk="1" hangingPunct="1">
              <a:lnSpc>
                <a:spcPct val="90000"/>
              </a:lnSpc>
              <a:buFont typeface="Wingdings" charset="0"/>
              <a:buChar char="n"/>
              <a:defRPr/>
            </a:pPr>
            <a:r>
              <a:rPr lang="en-US" sz="2800">
                <a:ea typeface="+mn-ea"/>
              </a:rPr>
              <a:t>Daniel and his three friends were ten times better than the others (v. 20)</a:t>
            </a:r>
          </a:p>
          <a:p>
            <a:pPr eaLnBrk="1" hangingPunct="1">
              <a:lnSpc>
                <a:spcPct val="90000"/>
              </a:lnSpc>
              <a:buFont typeface="Wingdings" charset="0"/>
              <a:buChar char="n"/>
              <a:defRPr/>
            </a:pPr>
            <a:r>
              <a:rPr lang="en-US" sz="2800">
                <a:ea typeface="+mn-ea"/>
              </a:rPr>
              <a:t>God rewards people for their faithfulness in keeping His laws</a:t>
            </a:r>
          </a:p>
          <a:p>
            <a:pPr eaLnBrk="1" hangingPunct="1">
              <a:lnSpc>
                <a:spcPct val="90000"/>
              </a:lnSpc>
              <a:buFont typeface="Wingdings" charset="0"/>
              <a:buChar char="n"/>
              <a:defRPr/>
            </a:pPr>
            <a:endParaRPr lang="en-US" sz="2800">
              <a:ea typeface="+mn-ea"/>
            </a:endParaRPr>
          </a:p>
        </p:txBody>
      </p:sp>
      <p:pic>
        <p:nvPicPr>
          <p:cNvPr id="29700" name="Picture 4" descr="0601091">
            <a:extLst>
              <a:ext uri="{FF2B5EF4-FFF2-40B4-BE49-F238E27FC236}">
                <a16:creationId xmlns:a16="http://schemas.microsoft.com/office/drawing/2014/main" id="{72D40048-184F-A9BA-0029-A944DAE18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752600"/>
            <a:ext cx="449580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7728C48-59C8-ED6C-AF7E-C3839D0D787B}"/>
              </a:ext>
            </a:extLst>
          </p:cNvPr>
          <p:cNvSpPr>
            <a:spLocks noGrp="1" noChangeArrowheads="1"/>
          </p:cNvSpPr>
          <p:nvPr>
            <p:ph type="title"/>
          </p:nvPr>
        </p:nvSpPr>
        <p:spPr/>
        <p:txBody>
          <a:bodyPr/>
          <a:lstStyle/>
          <a:p>
            <a:pPr eaLnBrk="1" hangingPunct="1">
              <a:defRPr/>
            </a:pPr>
            <a:r>
              <a:rPr lang="en-US">
                <a:ea typeface="+mj-ea"/>
              </a:rPr>
              <a:t>Theme of Daniel</a:t>
            </a:r>
            <a:endParaRPr lang="ru-RU">
              <a:ea typeface="+mj-ea"/>
            </a:endParaRPr>
          </a:p>
        </p:txBody>
      </p:sp>
      <p:sp>
        <p:nvSpPr>
          <p:cNvPr id="28675" name="Rectangle 3">
            <a:extLst>
              <a:ext uri="{FF2B5EF4-FFF2-40B4-BE49-F238E27FC236}">
                <a16:creationId xmlns:a16="http://schemas.microsoft.com/office/drawing/2014/main" id="{4F549BB7-A507-158E-25C1-FAA34DB0C4EA}"/>
              </a:ext>
            </a:extLst>
          </p:cNvPr>
          <p:cNvSpPr>
            <a:spLocks noGrp="1" noChangeArrowheads="1"/>
          </p:cNvSpPr>
          <p:nvPr>
            <p:ph type="body" idx="1"/>
          </p:nvPr>
        </p:nvSpPr>
        <p:spPr>
          <a:xfrm>
            <a:off x="685800" y="1641475"/>
            <a:ext cx="3962400" cy="4454525"/>
          </a:xfrm>
        </p:spPr>
        <p:txBody>
          <a:bodyPr/>
          <a:lstStyle/>
          <a:p>
            <a:pPr eaLnBrk="1" hangingPunct="1">
              <a:defRPr/>
            </a:pPr>
            <a:r>
              <a:rPr lang="en-US"/>
              <a:t>Even though God</a:t>
            </a:r>
            <a:r>
              <a:rPr lang="ja-JP" altLang="en-US">
                <a:latin typeface="Arial" pitchFamily="34" charset="0"/>
              </a:rPr>
              <a:t>’</a:t>
            </a:r>
            <a:r>
              <a:rPr lang="en-US" altLang="ja-JP"/>
              <a:t>s people are located in Babylon, God will give the kingdom to His faithful saints! Dan. 7:27</a:t>
            </a:r>
            <a:endParaRPr lang="ru-RU"/>
          </a:p>
        </p:txBody>
      </p:sp>
      <p:pic>
        <p:nvPicPr>
          <p:cNvPr id="30724" name="Picture 4" descr="0601089">
            <a:extLst>
              <a:ext uri="{FF2B5EF4-FFF2-40B4-BE49-F238E27FC236}">
                <a16:creationId xmlns:a16="http://schemas.microsoft.com/office/drawing/2014/main" id="{4092B036-C7AD-6073-B739-07E2F1159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447800"/>
            <a:ext cx="36957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5BB2434B-921F-7327-3A5A-14598ABADFFC}"/>
              </a:ext>
            </a:extLst>
          </p:cNvPr>
          <p:cNvSpPr>
            <a:spLocks noGrp="1" noChangeArrowheads="1"/>
          </p:cNvSpPr>
          <p:nvPr>
            <p:ph type="title"/>
          </p:nvPr>
        </p:nvSpPr>
        <p:spPr/>
        <p:txBody>
          <a:bodyPr/>
          <a:lstStyle/>
          <a:p>
            <a:pPr eaLnBrk="1" hangingPunct="1">
              <a:defRPr/>
            </a:pPr>
            <a:r>
              <a:rPr lang="en-US"/>
              <a:t>Next Lesson	</a:t>
            </a:r>
          </a:p>
        </p:txBody>
      </p:sp>
      <p:sp>
        <p:nvSpPr>
          <p:cNvPr id="27651" name="Rectangle 3">
            <a:extLst>
              <a:ext uri="{FF2B5EF4-FFF2-40B4-BE49-F238E27FC236}">
                <a16:creationId xmlns:a16="http://schemas.microsoft.com/office/drawing/2014/main" id="{4D50EDF7-E23F-21DF-B315-0C53968C75F7}"/>
              </a:ext>
            </a:extLst>
          </p:cNvPr>
          <p:cNvSpPr>
            <a:spLocks noGrp="1" noChangeArrowheads="1"/>
          </p:cNvSpPr>
          <p:nvPr>
            <p:ph type="body" idx="1"/>
          </p:nvPr>
        </p:nvSpPr>
        <p:spPr/>
        <p:txBody>
          <a:bodyPr/>
          <a:lstStyle/>
          <a:p>
            <a:pPr eaLnBrk="1" hangingPunct="1">
              <a:buFont typeface="Wingdings" charset="0"/>
              <a:buChar char="n"/>
              <a:defRPr/>
            </a:pPr>
            <a:r>
              <a:rPr lang="en-US">
                <a:ea typeface="+mn-ea"/>
              </a:rPr>
              <a:t>Does God know the future?</a:t>
            </a:r>
          </a:p>
          <a:p>
            <a:pPr eaLnBrk="1" hangingPunct="1">
              <a:buFont typeface="Wingdings" charset="0"/>
              <a:buChar char="n"/>
              <a:defRPr/>
            </a:pPr>
            <a:r>
              <a:rPr lang="en-US">
                <a:ea typeface="+mn-ea"/>
              </a:rPr>
              <a:t>Daniel 2</a:t>
            </a:r>
          </a:p>
          <a:p>
            <a:pPr eaLnBrk="1" hangingPunct="1">
              <a:buFont typeface="Wingdings" charset="0"/>
              <a:buChar char="n"/>
              <a:defRPr/>
            </a:pPr>
            <a:endParaRPr lang="en-US">
              <a:ea typeface="+mn-ea"/>
            </a:endParaRPr>
          </a:p>
        </p:txBody>
      </p:sp>
    </p:spTree>
  </p:cSld>
  <p:clrMapOvr>
    <a:masterClrMapping/>
  </p:clrMapOvr>
</p:sld>
</file>

<file path=ppt/theme/theme1.xml><?xml version="1.0" encoding="utf-8"?>
<a:theme xmlns:a="http://schemas.openxmlformats.org/drawingml/2006/main" name="Blue Diagonal">
  <a:themeElements>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Blue Diagonal">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charset="0"/>
            <a:ea typeface="ＭＳ Ｐゴシック"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New Roman" charset="0"/>
            <a:ea typeface="ＭＳ Ｐゴシック" charset="0"/>
          </a:defRPr>
        </a:defPPr>
      </a:lstStyle>
    </a:lnDef>
  </a:objectDefaults>
  <a:extraClrSchemeLst>
    <a:extraClrScheme>
      <a:clrScheme name="Blue Diagonal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Blue Diagonal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Blue Diagonal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Blue Diagonal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91FB4CF4EEA845A31F41D4465E8D7E" ma:contentTypeVersion="11" ma:contentTypeDescription="Create a new document." ma:contentTypeScope="" ma:versionID="9b0c093f1b5b7092dba48def15d63c82">
  <xsd:schema xmlns:xsd="http://www.w3.org/2001/XMLSchema" xmlns:xs="http://www.w3.org/2001/XMLSchema" xmlns:p="http://schemas.microsoft.com/office/2006/metadata/properties" xmlns:ns2="d913a539-4554-495c-aa65-2a6e528cb6bc" xmlns:ns3="79446886-d623-4670-a997-0a23084d8a8f" targetNamespace="http://schemas.microsoft.com/office/2006/metadata/properties" ma:root="true" ma:fieldsID="c0f635a89811dd302c273692b4b5b436" ns2:_="" ns3:_="">
    <xsd:import namespace="d913a539-4554-495c-aa65-2a6e528cb6bc"/>
    <xsd:import namespace="79446886-d623-4670-a997-0a23084d8a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13a539-4554-495c-aa65-2a6e528cb6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c9226a2-8384-4047-ad47-19f257b70a6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9446886-d623-4670-a997-0a23084d8a8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5e5cb58-a3f5-49c3-8531-08411f8300cc}" ma:internalName="TaxCatchAll" ma:showField="CatchAllData" ma:web="79446886-d623-4670-a997-0a23084d8a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913a539-4554-495c-aa65-2a6e528cb6bc">
      <Terms xmlns="http://schemas.microsoft.com/office/infopath/2007/PartnerControls"/>
    </lcf76f155ced4ddcb4097134ff3c332f>
    <TaxCatchAll xmlns="79446886-d623-4670-a997-0a23084d8a8f" xsi:nil="true"/>
  </documentManagement>
</p:properties>
</file>

<file path=customXml/itemProps1.xml><?xml version="1.0" encoding="utf-8"?>
<ds:datastoreItem xmlns:ds="http://schemas.openxmlformats.org/officeDocument/2006/customXml" ds:itemID="{80012D51-1E6F-4F39-9AF8-9BB1AF5AA324}"/>
</file>

<file path=customXml/itemProps2.xml><?xml version="1.0" encoding="utf-8"?>
<ds:datastoreItem xmlns:ds="http://schemas.openxmlformats.org/officeDocument/2006/customXml" ds:itemID="{F810005C-A9A0-436F-ACE1-6E3D871AD59C}"/>
</file>

<file path=customXml/itemProps3.xml><?xml version="1.0" encoding="utf-8"?>
<ds:datastoreItem xmlns:ds="http://schemas.openxmlformats.org/officeDocument/2006/customXml" ds:itemID="{A1F92B18-B356-46B6-B8AA-ADEECE0631BE}"/>
</file>

<file path=docProps/app.xml><?xml version="1.0" encoding="utf-8"?>
<Properties xmlns="http://schemas.openxmlformats.org/officeDocument/2006/extended-properties" xmlns:vt="http://schemas.openxmlformats.org/officeDocument/2006/docPropsVTypes">
  <Template>C:\Program Files\Microsoft Office\Templates\Presentation Designs\Blue Diagonal.pot</Template>
  <TotalTime>3104</TotalTime>
  <Words>1198</Words>
  <Application>Microsoft Macintosh PowerPoint</Application>
  <PresentationFormat>On-screen Show (4:3)</PresentationFormat>
  <Paragraphs>94</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Times New Roman</vt:lpstr>
      <vt:lpstr>Wingdings</vt:lpstr>
      <vt:lpstr>Blue Diagonal</vt:lpstr>
      <vt:lpstr>Daniel 1</vt:lpstr>
      <vt:lpstr>Why Study Daniel?</vt:lpstr>
      <vt:lpstr>Why Study Daniel and Rev?</vt:lpstr>
      <vt:lpstr>Why Study Daniel and Rev?</vt:lpstr>
      <vt:lpstr>Why Study Daniel and Rev?</vt:lpstr>
      <vt:lpstr>Daniel – Historical Perspective</vt:lpstr>
      <vt:lpstr>Who were the world powers?</vt:lpstr>
      <vt:lpstr>PowerPoint Presentation</vt:lpstr>
      <vt:lpstr>Who was Babylon?</vt:lpstr>
      <vt:lpstr>Who was Babylon?</vt:lpstr>
      <vt:lpstr>Daniel 1 - Background</vt:lpstr>
      <vt:lpstr>PowerPoint Presentation</vt:lpstr>
      <vt:lpstr>Daniel 1</vt:lpstr>
      <vt:lpstr>Captivity – why did God do it?</vt:lpstr>
      <vt:lpstr>Captivity – why did God do it?</vt:lpstr>
      <vt:lpstr>Captivity – why did God do it?</vt:lpstr>
      <vt:lpstr>What sins did the Jews commit?</vt:lpstr>
      <vt:lpstr>Did God want to send the Jews into captivity?</vt:lpstr>
      <vt:lpstr>The Captivity</vt:lpstr>
      <vt:lpstr>Daniel 1 </vt:lpstr>
      <vt:lpstr>The return from the captivity</vt:lpstr>
      <vt:lpstr>Daniel 1</vt:lpstr>
      <vt:lpstr>Daniel 1</vt:lpstr>
      <vt:lpstr>How do we know that Daniel knew the Bible?</vt:lpstr>
      <vt:lpstr>Instruction for youth</vt:lpstr>
      <vt:lpstr>Daniel 1</vt:lpstr>
      <vt:lpstr>Daniel 1</vt:lpstr>
      <vt:lpstr>Theme of Daniel</vt:lpstr>
      <vt:lpstr>Next Lesson </vt:lpstr>
    </vt:vector>
  </TitlesOfParts>
  <Company>Seventh-day Adventist Church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Daniel 1</dc:title>
  <dc:creator>Doug &amp; Tatiana Hardt</dc:creator>
  <cp:lastModifiedBy>Jaylord Hernando</cp:lastModifiedBy>
  <cp:revision>49</cp:revision>
  <dcterms:created xsi:type="dcterms:W3CDTF">2004-02-08T15:15:50Z</dcterms:created>
  <dcterms:modified xsi:type="dcterms:W3CDTF">2024-08-14T09:22:17Z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0x0101000091FB4CF4EEA845A31F41D4465E8D7E</vt:lpwstr>
  </property>
</Properties>
</file>